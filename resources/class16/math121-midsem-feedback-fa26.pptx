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7"/>
  </p:notesMasterIdLst>
  <p:sldIdLst>
    <p:sldId id="323" r:id="rId2"/>
    <p:sldId id="324" r:id="rId3"/>
    <p:sldId id="325" r:id="rId4"/>
    <p:sldId id="326" r:id="rId5"/>
    <p:sldId id="32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B7C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8FF923-5E6F-4B55-B2BC-D5E7E6992D14}" v="35" dt="2026-10-25T23:30:44.3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3114" autoAdjust="0"/>
    <p:restoredTop sz="85473" autoAdjust="0"/>
  </p:normalViewPr>
  <p:slideViewPr>
    <p:cSldViewPr snapToGrid="0">
      <p:cViewPr varScale="1">
        <p:scale>
          <a:sx n="53" d="100"/>
          <a:sy n="53" d="100"/>
        </p:scale>
        <p:origin x="1248" y="52"/>
      </p:cViewPr>
      <p:guideLst/>
    </p:cSldViewPr>
  </p:slideViewPr>
  <p:outlineViewPr>
    <p:cViewPr>
      <p:scale>
        <a:sx n="33" d="100"/>
        <a:sy n="33" d="100"/>
      </p:scale>
      <p:origin x="0" y="-129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cCormick, John" userId="872fc56c-f648-4c83-9a80-0bb9da7e00af" providerId="ADAL" clId="{16143B19-2DA7-4E21-BDF6-2C9A1D943A43}"/>
    <pc:docChg chg="undo custSel mod addSld delSld modSld sldOrd">
      <pc:chgData name="MacCormick, John" userId="872fc56c-f648-4c83-9a80-0bb9da7e00af" providerId="ADAL" clId="{16143B19-2DA7-4E21-BDF6-2C9A1D943A43}" dt="2026-10-25T23:33:15.189" v="2684" actId="47"/>
      <pc:docMkLst>
        <pc:docMk/>
      </pc:docMkLst>
      <pc:sldChg chg="addSp modSp del mod modAnim">
        <pc:chgData name="MacCormick, John" userId="872fc56c-f648-4c83-9a80-0bb9da7e00af" providerId="ADAL" clId="{16143B19-2DA7-4E21-BDF6-2C9A1D943A43}" dt="2026-10-25T22:58:12.519" v="2305" actId="47"/>
        <pc:sldMkLst>
          <pc:docMk/>
          <pc:sldMk cId="570608327" sldId="256"/>
        </pc:sldMkLst>
      </pc:sldChg>
      <pc:sldChg chg="addSp delSp modSp del mod modAnim">
        <pc:chgData name="MacCormick, John" userId="872fc56c-f648-4c83-9a80-0bb9da7e00af" providerId="ADAL" clId="{16143B19-2DA7-4E21-BDF6-2C9A1D943A43}" dt="2026-10-25T23:02:05.751" v="2315" actId="47"/>
        <pc:sldMkLst>
          <pc:docMk/>
          <pc:sldMk cId="3502489709" sldId="258"/>
        </pc:sldMkLst>
      </pc:sldChg>
      <pc:sldChg chg="addSp delSp modSp add del mod ord">
        <pc:chgData name="MacCormick, John" userId="872fc56c-f648-4c83-9a80-0bb9da7e00af" providerId="ADAL" clId="{16143B19-2DA7-4E21-BDF6-2C9A1D943A43}" dt="2026-10-25T23:33:11.988" v="2683" actId="47"/>
        <pc:sldMkLst>
          <pc:docMk/>
          <pc:sldMk cId="3453208423" sldId="260"/>
        </pc:sldMkLst>
        <pc:spChg chg="mod">
          <ac:chgData name="MacCormick, John" userId="872fc56c-f648-4c83-9a80-0bb9da7e00af" providerId="ADAL" clId="{16143B19-2DA7-4E21-BDF6-2C9A1D943A43}" dt="2026-10-23T20:28:54.778" v="1189" actId="27636"/>
          <ac:spMkLst>
            <pc:docMk/>
            <pc:sldMk cId="3453208423" sldId="260"/>
            <ac:spMk id="2" creationId="{C64B8F32-6AF6-8FF2-DB8C-96110CE92597}"/>
          </ac:spMkLst>
        </pc:spChg>
      </pc:sldChg>
      <pc:sldChg chg="addSp delSp modSp del mod">
        <pc:chgData name="MacCormick, John" userId="872fc56c-f648-4c83-9a80-0bb9da7e00af" providerId="ADAL" clId="{16143B19-2DA7-4E21-BDF6-2C9A1D943A43}" dt="2026-10-25T23:33:11.988" v="2683" actId="47"/>
        <pc:sldMkLst>
          <pc:docMk/>
          <pc:sldMk cId="283853118" sldId="262"/>
        </pc:sldMkLst>
        <pc:spChg chg="mod">
          <ac:chgData name="MacCormick, John" userId="872fc56c-f648-4c83-9a80-0bb9da7e00af" providerId="ADAL" clId="{16143B19-2DA7-4E21-BDF6-2C9A1D943A43}" dt="2026-10-24T01:18:40.935" v="1529" actId="20577"/>
          <ac:spMkLst>
            <pc:docMk/>
            <pc:sldMk cId="283853118" sldId="262"/>
            <ac:spMk id="2" creationId="{B5CEE4A7-BD70-7405-387A-8A7F7D04A444}"/>
          </ac:spMkLst>
        </pc:spChg>
        <pc:spChg chg="del ord">
          <ac:chgData name="MacCormick, John" userId="872fc56c-f648-4c83-9a80-0bb9da7e00af" providerId="ADAL" clId="{16143B19-2DA7-4E21-BDF6-2C9A1D943A43}" dt="2026-10-24T01:18:06.384" v="1477" actId="478"/>
          <ac:spMkLst>
            <pc:docMk/>
            <pc:sldMk cId="283853118" sldId="262"/>
            <ac:spMk id="3" creationId="{A19FC8BD-7F6B-E828-3944-6CEDDC031C12}"/>
          </ac:spMkLst>
        </pc:spChg>
        <pc:spChg chg="add del mod">
          <ac:chgData name="MacCormick, John" userId="872fc56c-f648-4c83-9a80-0bb9da7e00af" providerId="ADAL" clId="{16143B19-2DA7-4E21-BDF6-2C9A1D943A43}" dt="2026-10-24T01:18:08.233" v="1478" actId="478"/>
          <ac:spMkLst>
            <pc:docMk/>
            <pc:sldMk cId="283853118" sldId="262"/>
            <ac:spMk id="6" creationId="{39A053C5-4B38-21AC-1AB1-867B2BC3E5B5}"/>
          </ac:spMkLst>
        </pc:spChg>
      </pc:sldChg>
      <pc:sldChg chg="del">
        <pc:chgData name="MacCormick, John" userId="872fc56c-f648-4c83-9a80-0bb9da7e00af" providerId="ADAL" clId="{16143B19-2DA7-4E21-BDF6-2C9A1D943A43}" dt="2026-10-24T01:19:21.793" v="1530" actId="47"/>
        <pc:sldMkLst>
          <pc:docMk/>
          <pc:sldMk cId="275233855" sldId="263"/>
        </pc:sldMkLst>
      </pc:sldChg>
      <pc:sldChg chg="del">
        <pc:chgData name="MacCormick, John" userId="872fc56c-f648-4c83-9a80-0bb9da7e00af" providerId="ADAL" clId="{16143B19-2DA7-4E21-BDF6-2C9A1D943A43}" dt="2026-10-24T01:19:23.945" v="1531" actId="47"/>
        <pc:sldMkLst>
          <pc:docMk/>
          <pc:sldMk cId="1640017373" sldId="265"/>
        </pc:sldMkLst>
      </pc:sldChg>
      <pc:sldChg chg="del">
        <pc:chgData name="MacCormick, John" userId="872fc56c-f648-4c83-9a80-0bb9da7e00af" providerId="ADAL" clId="{16143B19-2DA7-4E21-BDF6-2C9A1D943A43}" dt="2026-10-24T01:19:27.223" v="1532" actId="47"/>
        <pc:sldMkLst>
          <pc:docMk/>
          <pc:sldMk cId="2671213348" sldId="267"/>
        </pc:sldMkLst>
      </pc:sldChg>
      <pc:sldChg chg="del">
        <pc:chgData name="MacCormick, John" userId="872fc56c-f648-4c83-9a80-0bb9da7e00af" providerId="ADAL" clId="{16143B19-2DA7-4E21-BDF6-2C9A1D943A43}" dt="2026-10-24T01:19:27.780" v="1533" actId="47"/>
        <pc:sldMkLst>
          <pc:docMk/>
          <pc:sldMk cId="2864318516" sldId="269"/>
        </pc:sldMkLst>
      </pc:sldChg>
      <pc:sldChg chg="del">
        <pc:chgData name="MacCormick, John" userId="872fc56c-f648-4c83-9a80-0bb9da7e00af" providerId="ADAL" clId="{16143B19-2DA7-4E21-BDF6-2C9A1D943A43}" dt="2026-10-24T01:19:29.274" v="1535" actId="47"/>
        <pc:sldMkLst>
          <pc:docMk/>
          <pc:sldMk cId="2164790935" sldId="281"/>
        </pc:sldMkLst>
      </pc:sldChg>
      <pc:sldChg chg="del">
        <pc:chgData name="MacCormick, John" userId="872fc56c-f648-4c83-9a80-0bb9da7e00af" providerId="ADAL" clId="{16143B19-2DA7-4E21-BDF6-2C9A1D943A43}" dt="2026-10-24T01:19:31.078" v="1536" actId="47"/>
        <pc:sldMkLst>
          <pc:docMk/>
          <pc:sldMk cId="2035313010" sldId="282"/>
        </pc:sldMkLst>
      </pc:sldChg>
      <pc:sldChg chg="del">
        <pc:chgData name="MacCormick, John" userId="872fc56c-f648-4c83-9a80-0bb9da7e00af" providerId="ADAL" clId="{16143B19-2DA7-4E21-BDF6-2C9A1D943A43}" dt="2026-10-24T01:19:32.821" v="1537" actId="47"/>
        <pc:sldMkLst>
          <pc:docMk/>
          <pc:sldMk cId="2260854646" sldId="283"/>
        </pc:sldMkLst>
      </pc:sldChg>
      <pc:sldChg chg="del">
        <pc:chgData name="MacCormick, John" userId="872fc56c-f648-4c83-9a80-0bb9da7e00af" providerId="ADAL" clId="{16143B19-2DA7-4E21-BDF6-2C9A1D943A43}" dt="2026-10-24T01:19:34.565" v="1538" actId="47"/>
        <pc:sldMkLst>
          <pc:docMk/>
          <pc:sldMk cId="1449212128" sldId="284"/>
        </pc:sldMkLst>
      </pc:sldChg>
      <pc:sldChg chg="del">
        <pc:chgData name="MacCormick, John" userId="872fc56c-f648-4c83-9a80-0bb9da7e00af" providerId="ADAL" clId="{16143B19-2DA7-4E21-BDF6-2C9A1D943A43}" dt="2026-10-24T01:19:38.021" v="1539" actId="47"/>
        <pc:sldMkLst>
          <pc:docMk/>
          <pc:sldMk cId="308982455" sldId="285"/>
        </pc:sldMkLst>
      </pc:sldChg>
      <pc:sldChg chg="del">
        <pc:chgData name="MacCormick, John" userId="872fc56c-f648-4c83-9a80-0bb9da7e00af" providerId="ADAL" clId="{16143B19-2DA7-4E21-BDF6-2C9A1D943A43}" dt="2026-10-24T01:19:28.542" v="1534" actId="47"/>
        <pc:sldMkLst>
          <pc:docMk/>
          <pc:sldMk cId="789648102" sldId="290"/>
        </pc:sldMkLst>
      </pc:sldChg>
      <pc:sldChg chg="del">
        <pc:chgData name="MacCormick, John" userId="872fc56c-f648-4c83-9a80-0bb9da7e00af" providerId="ADAL" clId="{16143B19-2DA7-4E21-BDF6-2C9A1D943A43}" dt="2026-10-24T01:36:12.464" v="1570" actId="47"/>
        <pc:sldMkLst>
          <pc:docMk/>
          <pc:sldMk cId="2276426494" sldId="292"/>
        </pc:sldMkLst>
      </pc:sldChg>
      <pc:sldChg chg="del">
        <pc:chgData name="MacCormick, John" userId="872fc56c-f648-4c83-9a80-0bb9da7e00af" providerId="ADAL" clId="{16143B19-2DA7-4E21-BDF6-2C9A1D943A43}" dt="2026-10-24T01:36:12.464" v="1570" actId="47"/>
        <pc:sldMkLst>
          <pc:docMk/>
          <pc:sldMk cId="914099780" sldId="293"/>
        </pc:sldMkLst>
      </pc:sldChg>
      <pc:sldChg chg="del">
        <pc:chgData name="MacCormick, John" userId="872fc56c-f648-4c83-9a80-0bb9da7e00af" providerId="ADAL" clId="{16143B19-2DA7-4E21-BDF6-2C9A1D943A43}" dt="2026-10-24T01:19:41.431" v="1540" actId="47"/>
        <pc:sldMkLst>
          <pc:docMk/>
          <pc:sldMk cId="191705596" sldId="295"/>
        </pc:sldMkLst>
      </pc:sldChg>
      <pc:sldChg chg="addSp delSp modSp del mod delAnim">
        <pc:chgData name="MacCormick, John" userId="872fc56c-f648-4c83-9a80-0bb9da7e00af" providerId="ADAL" clId="{16143B19-2DA7-4E21-BDF6-2C9A1D943A43}" dt="2026-10-25T23:33:15.189" v="2684" actId="47"/>
        <pc:sldMkLst>
          <pc:docMk/>
          <pc:sldMk cId="336730314" sldId="298"/>
        </pc:sldMkLst>
        <pc:spChg chg="del">
          <ac:chgData name="MacCormick, John" userId="872fc56c-f648-4c83-9a80-0bb9da7e00af" providerId="ADAL" clId="{16143B19-2DA7-4E21-BDF6-2C9A1D943A43}" dt="2026-10-24T01:21:27.686" v="1556" actId="478"/>
          <ac:spMkLst>
            <pc:docMk/>
            <pc:sldMk cId="336730314" sldId="298"/>
            <ac:spMk id="2" creationId="{0F2B23A5-1F7A-289A-3CAF-7C0875945344}"/>
          </ac:spMkLst>
        </pc:spChg>
        <pc:spChg chg="add mod">
          <ac:chgData name="MacCormick, John" userId="872fc56c-f648-4c83-9a80-0bb9da7e00af" providerId="ADAL" clId="{16143B19-2DA7-4E21-BDF6-2C9A1D943A43}" dt="2026-10-24T12:53:10.204" v="2148" actId="1076"/>
          <ac:spMkLst>
            <pc:docMk/>
            <pc:sldMk cId="336730314" sldId="298"/>
            <ac:spMk id="3" creationId="{FCC3F312-4631-22A6-3AB6-8F6000A68D16}"/>
          </ac:spMkLst>
        </pc:spChg>
        <pc:spChg chg="del">
          <ac:chgData name="MacCormick, John" userId="872fc56c-f648-4c83-9a80-0bb9da7e00af" providerId="ADAL" clId="{16143B19-2DA7-4E21-BDF6-2C9A1D943A43}" dt="2026-10-24T01:21:25.835" v="1555" actId="478"/>
          <ac:spMkLst>
            <pc:docMk/>
            <pc:sldMk cId="336730314" sldId="298"/>
            <ac:spMk id="4" creationId="{B87521A2-3087-368E-7D20-7AB02043D1BD}"/>
          </ac:spMkLst>
        </pc:spChg>
        <pc:spChg chg="add del">
          <ac:chgData name="MacCormick, John" userId="872fc56c-f648-4c83-9a80-0bb9da7e00af" providerId="ADAL" clId="{16143B19-2DA7-4E21-BDF6-2C9A1D943A43}" dt="2026-10-24T12:53:29.641" v="2150" actId="22"/>
          <ac:spMkLst>
            <pc:docMk/>
            <pc:sldMk cId="336730314" sldId="298"/>
            <ac:spMk id="5" creationId="{5108DBA3-1F91-433B-0726-189B6BCF22C0}"/>
          </ac:spMkLst>
        </pc:spChg>
        <pc:spChg chg="mod">
          <ac:chgData name="MacCormick, John" userId="872fc56c-f648-4c83-9a80-0bb9da7e00af" providerId="ADAL" clId="{16143B19-2DA7-4E21-BDF6-2C9A1D943A43}" dt="2026-10-24T12:53:59.969" v="2162" actId="1076"/>
          <ac:spMkLst>
            <pc:docMk/>
            <pc:sldMk cId="336730314" sldId="298"/>
            <ac:spMk id="6" creationId="{251E38DD-E266-C79F-8538-26A90143777F}"/>
          </ac:spMkLst>
        </pc:spChg>
        <pc:spChg chg="add mod">
          <ac:chgData name="MacCormick, John" userId="872fc56c-f648-4c83-9a80-0bb9da7e00af" providerId="ADAL" clId="{16143B19-2DA7-4E21-BDF6-2C9A1D943A43}" dt="2026-10-24T12:53:48.416" v="2159" actId="1076"/>
          <ac:spMkLst>
            <pc:docMk/>
            <pc:sldMk cId="336730314" sldId="298"/>
            <ac:spMk id="8" creationId="{CA9F4FD9-4692-6EB4-862C-91ADE5F5F060}"/>
          </ac:spMkLst>
        </pc:spChg>
      </pc:sldChg>
      <pc:sldChg chg="del">
        <pc:chgData name="MacCormick, John" userId="872fc56c-f648-4c83-9a80-0bb9da7e00af" providerId="ADAL" clId="{16143B19-2DA7-4E21-BDF6-2C9A1D943A43}" dt="2026-10-24T13:13:17.010" v="2250" actId="47"/>
        <pc:sldMkLst>
          <pc:docMk/>
          <pc:sldMk cId="1778438249" sldId="301"/>
        </pc:sldMkLst>
      </pc:sldChg>
      <pc:sldChg chg="del">
        <pc:chgData name="MacCormick, John" userId="872fc56c-f648-4c83-9a80-0bb9da7e00af" providerId="ADAL" clId="{16143B19-2DA7-4E21-BDF6-2C9A1D943A43}" dt="2026-10-24T13:09:54.054" v="2209" actId="47"/>
        <pc:sldMkLst>
          <pc:docMk/>
          <pc:sldMk cId="1193219322" sldId="304"/>
        </pc:sldMkLst>
      </pc:sldChg>
      <pc:sldChg chg="del">
        <pc:chgData name="MacCormick, John" userId="872fc56c-f648-4c83-9a80-0bb9da7e00af" providerId="ADAL" clId="{16143B19-2DA7-4E21-BDF6-2C9A1D943A43}" dt="2026-10-24T01:36:24.201" v="1571" actId="47"/>
        <pc:sldMkLst>
          <pc:docMk/>
          <pc:sldMk cId="1039404274" sldId="305"/>
        </pc:sldMkLst>
      </pc:sldChg>
      <pc:sldChg chg="del">
        <pc:chgData name="MacCormick, John" userId="872fc56c-f648-4c83-9a80-0bb9da7e00af" providerId="ADAL" clId="{16143B19-2DA7-4E21-BDF6-2C9A1D943A43}" dt="2026-10-24T01:36:24.201" v="1571" actId="47"/>
        <pc:sldMkLst>
          <pc:docMk/>
          <pc:sldMk cId="2940307730" sldId="306"/>
        </pc:sldMkLst>
      </pc:sldChg>
      <pc:sldChg chg="del">
        <pc:chgData name="MacCormick, John" userId="872fc56c-f648-4c83-9a80-0bb9da7e00af" providerId="ADAL" clId="{16143B19-2DA7-4E21-BDF6-2C9A1D943A43}" dt="2026-10-24T01:36:24.201" v="1571" actId="47"/>
        <pc:sldMkLst>
          <pc:docMk/>
          <pc:sldMk cId="1398436760" sldId="308"/>
        </pc:sldMkLst>
      </pc:sldChg>
      <pc:sldChg chg="addSp delSp modSp new add del mod modAnim">
        <pc:chgData name="MacCormick, John" userId="872fc56c-f648-4c83-9a80-0bb9da7e00af" providerId="ADAL" clId="{16143B19-2DA7-4E21-BDF6-2C9A1D943A43}" dt="2026-10-25T23:33:11.988" v="2683" actId="47"/>
        <pc:sldMkLst>
          <pc:docMk/>
          <pc:sldMk cId="609547456" sldId="309"/>
        </pc:sldMkLst>
        <pc:spChg chg="mod">
          <ac:chgData name="MacCormick, John" userId="872fc56c-f648-4c83-9a80-0bb9da7e00af" providerId="ADAL" clId="{16143B19-2DA7-4E21-BDF6-2C9A1D943A43}" dt="2026-10-23T15:41:56.738" v="521" actId="114"/>
          <ac:spMkLst>
            <pc:docMk/>
            <pc:sldMk cId="609547456" sldId="309"/>
            <ac:spMk id="2" creationId="{51CCA1A1-FB83-0B6D-19A0-5C63931899C8}"/>
          </ac:spMkLst>
        </pc:spChg>
        <pc:spChg chg="add mod">
          <ac:chgData name="MacCormick, John" userId="872fc56c-f648-4c83-9a80-0bb9da7e00af" providerId="ADAL" clId="{16143B19-2DA7-4E21-BDF6-2C9A1D943A43}" dt="2026-10-23T16:02:43.844" v="614" actId="20577"/>
          <ac:spMkLst>
            <pc:docMk/>
            <pc:sldMk cId="609547456" sldId="309"/>
            <ac:spMk id="6" creationId="{8EF59468-A800-E26C-4C9D-021B6C462FF6}"/>
          </ac:spMkLst>
        </pc:spChg>
        <pc:spChg chg="add mod">
          <ac:chgData name="MacCormick, John" userId="872fc56c-f648-4c83-9a80-0bb9da7e00af" providerId="ADAL" clId="{16143B19-2DA7-4E21-BDF6-2C9A1D943A43}" dt="2026-10-23T19:45:14.486" v="841" actId="1035"/>
          <ac:spMkLst>
            <pc:docMk/>
            <pc:sldMk cId="609547456" sldId="309"/>
            <ac:spMk id="7" creationId="{56444376-410D-6A66-6012-51A7C52B4099}"/>
          </ac:spMkLst>
        </pc:spChg>
        <pc:picChg chg="add mod ord">
          <ac:chgData name="MacCormick, John" userId="872fc56c-f648-4c83-9a80-0bb9da7e00af" providerId="ADAL" clId="{16143B19-2DA7-4E21-BDF6-2C9A1D943A43}" dt="2026-10-23T16:02:02.256" v="585" actId="1076"/>
          <ac:picMkLst>
            <pc:docMk/>
            <pc:sldMk cId="609547456" sldId="309"/>
            <ac:picMk id="5" creationId="{DAB41130-DF26-A8B4-CDD8-9F2AD8BA80DB}"/>
          </ac:picMkLst>
        </pc:picChg>
      </pc:sldChg>
      <pc:sldChg chg="addSp modSp new add del mod">
        <pc:chgData name="MacCormick, John" userId="872fc56c-f648-4c83-9a80-0bb9da7e00af" providerId="ADAL" clId="{16143B19-2DA7-4E21-BDF6-2C9A1D943A43}" dt="2026-10-25T23:33:11.988" v="2683" actId="47"/>
        <pc:sldMkLst>
          <pc:docMk/>
          <pc:sldMk cId="1597918390" sldId="310"/>
        </pc:sldMkLst>
        <pc:spChg chg="mod">
          <ac:chgData name="MacCormick, John" userId="872fc56c-f648-4c83-9a80-0bb9da7e00af" providerId="ADAL" clId="{16143B19-2DA7-4E21-BDF6-2C9A1D943A43}" dt="2026-10-23T16:14:28.643" v="814" actId="14100"/>
          <ac:spMkLst>
            <pc:docMk/>
            <pc:sldMk cId="1597918390" sldId="310"/>
            <ac:spMk id="2" creationId="{A64E8E42-74CB-24BC-9DF4-84672EA47E8C}"/>
          </ac:spMkLst>
        </pc:spChg>
        <pc:spChg chg="mod">
          <ac:chgData name="MacCormick, John" userId="872fc56c-f648-4c83-9a80-0bb9da7e00af" providerId="ADAL" clId="{16143B19-2DA7-4E21-BDF6-2C9A1D943A43}" dt="2026-10-23T16:13:48.668" v="804" actId="20577"/>
          <ac:spMkLst>
            <pc:docMk/>
            <pc:sldMk cId="1597918390" sldId="310"/>
            <ac:spMk id="3" creationId="{FAF2BDBE-A36A-EC25-F06A-5A50C8A8D0DB}"/>
          </ac:spMkLst>
        </pc:spChg>
        <pc:spChg chg="add mod">
          <ac:chgData name="MacCormick, John" userId="872fc56c-f648-4c83-9a80-0bb9da7e00af" providerId="ADAL" clId="{16143B19-2DA7-4E21-BDF6-2C9A1D943A43}" dt="2026-10-23T16:13:15.698" v="776" actId="1036"/>
          <ac:spMkLst>
            <pc:docMk/>
            <pc:sldMk cId="1597918390" sldId="310"/>
            <ac:spMk id="4" creationId="{024B82C2-7C75-03E4-5D72-D2719554DF32}"/>
          </ac:spMkLst>
        </pc:spChg>
        <pc:spChg chg="add mod">
          <ac:chgData name="MacCormick, John" userId="872fc56c-f648-4c83-9a80-0bb9da7e00af" providerId="ADAL" clId="{16143B19-2DA7-4E21-BDF6-2C9A1D943A43}" dt="2026-10-23T16:14:38.805" v="819" actId="20577"/>
          <ac:spMkLst>
            <pc:docMk/>
            <pc:sldMk cId="1597918390" sldId="310"/>
            <ac:spMk id="5" creationId="{FBA2E2EC-F8BA-F33C-71FC-70EFD25EEDB0}"/>
          </ac:spMkLst>
        </pc:spChg>
      </pc:sldChg>
      <pc:sldChg chg="modSp new add del mod">
        <pc:chgData name="MacCormick, John" userId="872fc56c-f648-4c83-9a80-0bb9da7e00af" providerId="ADAL" clId="{16143B19-2DA7-4E21-BDF6-2C9A1D943A43}" dt="2026-10-25T23:33:11.988" v="2683" actId="47"/>
        <pc:sldMkLst>
          <pc:docMk/>
          <pc:sldMk cId="2960249575" sldId="311"/>
        </pc:sldMkLst>
        <pc:spChg chg="mod">
          <ac:chgData name="MacCormick, John" userId="872fc56c-f648-4c83-9a80-0bb9da7e00af" providerId="ADAL" clId="{16143B19-2DA7-4E21-BDF6-2C9A1D943A43}" dt="2026-10-23T19:46:13.545" v="870" actId="20577"/>
          <ac:spMkLst>
            <pc:docMk/>
            <pc:sldMk cId="2960249575" sldId="311"/>
            <ac:spMk id="2" creationId="{7C08731F-955D-D643-9E8A-E10E6C21E91E}"/>
          </ac:spMkLst>
        </pc:spChg>
        <pc:spChg chg="mod">
          <ac:chgData name="MacCormick, John" userId="872fc56c-f648-4c83-9a80-0bb9da7e00af" providerId="ADAL" clId="{16143B19-2DA7-4E21-BDF6-2C9A1D943A43}" dt="2026-10-23T19:47:07.073" v="889" actId="403"/>
          <ac:spMkLst>
            <pc:docMk/>
            <pc:sldMk cId="2960249575" sldId="311"/>
            <ac:spMk id="3" creationId="{9C64D659-5CDA-E1E1-5602-3F6BE24A2D6A}"/>
          </ac:spMkLst>
        </pc:spChg>
      </pc:sldChg>
      <pc:sldChg chg="addSp delSp modSp add del mod modAnim">
        <pc:chgData name="MacCormick, John" userId="872fc56c-f648-4c83-9a80-0bb9da7e00af" providerId="ADAL" clId="{16143B19-2DA7-4E21-BDF6-2C9A1D943A43}" dt="2026-10-25T23:33:11.988" v="2683" actId="47"/>
        <pc:sldMkLst>
          <pc:docMk/>
          <pc:sldMk cId="1073971415" sldId="312"/>
        </pc:sldMkLst>
        <pc:spChg chg="add mod">
          <ac:chgData name="MacCormick, John" userId="872fc56c-f648-4c83-9a80-0bb9da7e00af" providerId="ADAL" clId="{16143B19-2DA7-4E21-BDF6-2C9A1D943A43}" dt="2026-10-23T20:09:19.360" v="1054" actId="20577"/>
          <ac:spMkLst>
            <pc:docMk/>
            <pc:sldMk cId="1073971415" sldId="312"/>
            <ac:spMk id="6" creationId="{7E8FF97D-A00E-58CC-88F8-008A559FE909}"/>
          </ac:spMkLst>
        </pc:spChg>
        <pc:picChg chg="add mod ord">
          <ac:chgData name="MacCormick, John" userId="872fc56c-f648-4c83-9a80-0bb9da7e00af" providerId="ADAL" clId="{16143B19-2DA7-4E21-BDF6-2C9A1D943A43}" dt="2026-10-23T19:50:42.015" v="894" actId="1076"/>
          <ac:picMkLst>
            <pc:docMk/>
            <pc:sldMk cId="1073971415" sldId="312"/>
            <ac:picMk id="5" creationId="{AB2E8269-C23B-2B24-F562-8A1E0627CAD2}"/>
          </ac:picMkLst>
        </pc:picChg>
      </pc:sldChg>
      <pc:sldChg chg="addSp delSp modSp add del mod">
        <pc:chgData name="MacCormick, John" userId="872fc56c-f648-4c83-9a80-0bb9da7e00af" providerId="ADAL" clId="{16143B19-2DA7-4E21-BDF6-2C9A1D943A43}" dt="2026-10-25T23:33:11.988" v="2683" actId="47"/>
        <pc:sldMkLst>
          <pc:docMk/>
          <pc:sldMk cId="1876409020" sldId="313"/>
        </pc:sldMkLst>
        <pc:spChg chg="mod">
          <ac:chgData name="MacCormick, John" userId="872fc56c-f648-4c83-9a80-0bb9da7e00af" providerId="ADAL" clId="{16143B19-2DA7-4E21-BDF6-2C9A1D943A43}" dt="2026-10-23T19:55:36.313" v="975"/>
          <ac:spMkLst>
            <pc:docMk/>
            <pc:sldMk cId="1876409020" sldId="313"/>
            <ac:spMk id="2" creationId="{17E1A007-BBE0-C486-B674-C4AA73AFF3A1}"/>
          </ac:spMkLst>
        </pc:spChg>
        <pc:spChg chg="add mod">
          <ac:chgData name="MacCormick, John" userId="872fc56c-f648-4c83-9a80-0bb9da7e00af" providerId="ADAL" clId="{16143B19-2DA7-4E21-BDF6-2C9A1D943A43}" dt="2026-10-23T19:59:08.668" v="994" actId="5793"/>
          <ac:spMkLst>
            <pc:docMk/>
            <pc:sldMk cId="1876409020" sldId="313"/>
            <ac:spMk id="4" creationId="{0A2221C1-9CE9-1413-AE85-F9F219CB9052}"/>
          </ac:spMkLst>
        </pc:spChg>
      </pc:sldChg>
      <pc:sldChg chg="addSp delSp modSp add del mod">
        <pc:chgData name="MacCormick, John" userId="872fc56c-f648-4c83-9a80-0bb9da7e00af" providerId="ADAL" clId="{16143B19-2DA7-4E21-BDF6-2C9A1D943A43}" dt="2026-10-25T23:33:11.988" v="2683" actId="47"/>
        <pc:sldMkLst>
          <pc:docMk/>
          <pc:sldMk cId="4259079579" sldId="314"/>
        </pc:sldMkLst>
        <pc:spChg chg="mod">
          <ac:chgData name="MacCormick, John" userId="872fc56c-f648-4c83-9a80-0bb9da7e00af" providerId="ADAL" clId="{16143B19-2DA7-4E21-BDF6-2C9A1D943A43}" dt="2026-10-23T20:03:58.164" v="1021" actId="1035"/>
          <ac:spMkLst>
            <pc:docMk/>
            <pc:sldMk cId="4259079579" sldId="314"/>
            <ac:spMk id="2" creationId="{4D763EDB-E965-646F-E6D9-C42B1794C130}"/>
          </ac:spMkLst>
        </pc:spChg>
        <pc:picChg chg="add mod ord">
          <ac:chgData name="MacCormick, John" userId="872fc56c-f648-4c83-9a80-0bb9da7e00af" providerId="ADAL" clId="{16143B19-2DA7-4E21-BDF6-2C9A1D943A43}" dt="2026-10-23T20:04:07.218" v="1023" actId="14100"/>
          <ac:picMkLst>
            <pc:docMk/>
            <pc:sldMk cId="4259079579" sldId="314"/>
            <ac:picMk id="7" creationId="{3DFC938F-E766-FEE6-B7AF-2F1A707FF919}"/>
          </ac:picMkLst>
        </pc:picChg>
      </pc:sldChg>
      <pc:sldChg chg="modSp add del mod ord">
        <pc:chgData name="MacCormick, John" userId="872fc56c-f648-4c83-9a80-0bb9da7e00af" providerId="ADAL" clId="{16143B19-2DA7-4E21-BDF6-2C9A1D943A43}" dt="2026-10-25T23:33:11.988" v="2683" actId="47"/>
        <pc:sldMkLst>
          <pc:docMk/>
          <pc:sldMk cId="2097565140" sldId="315"/>
        </pc:sldMkLst>
        <pc:spChg chg="mod">
          <ac:chgData name="MacCormick, John" userId="872fc56c-f648-4c83-9a80-0bb9da7e00af" providerId="ADAL" clId="{16143B19-2DA7-4E21-BDF6-2C9A1D943A43}" dt="2026-10-23T20:06:17.806" v="1034" actId="20577"/>
          <ac:spMkLst>
            <pc:docMk/>
            <pc:sldMk cId="2097565140" sldId="315"/>
            <ac:spMk id="2" creationId="{187E4752-4E30-EC2F-BC92-B2B9904825FF}"/>
          </ac:spMkLst>
        </pc:spChg>
        <pc:spChg chg="mod">
          <ac:chgData name="MacCormick, John" userId="872fc56c-f648-4c83-9a80-0bb9da7e00af" providerId="ADAL" clId="{16143B19-2DA7-4E21-BDF6-2C9A1D943A43}" dt="2026-10-23T20:07:53.297" v="1043" actId="20577"/>
          <ac:spMkLst>
            <pc:docMk/>
            <pc:sldMk cId="2097565140" sldId="315"/>
            <ac:spMk id="3" creationId="{C29643FA-E4CB-CE07-6BD0-8066899429DB}"/>
          </ac:spMkLst>
        </pc:spChg>
      </pc:sldChg>
      <pc:sldChg chg="addSp delSp modSp add del mod modAnim">
        <pc:chgData name="MacCormick, John" userId="872fc56c-f648-4c83-9a80-0bb9da7e00af" providerId="ADAL" clId="{16143B19-2DA7-4E21-BDF6-2C9A1D943A43}" dt="2026-10-25T23:33:11.988" v="2683" actId="47"/>
        <pc:sldMkLst>
          <pc:docMk/>
          <pc:sldMk cId="1282366309" sldId="316"/>
        </pc:sldMkLst>
        <pc:spChg chg="mod">
          <ac:chgData name="MacCormick, John" userId="872fc56c-f648-4c83-9a80-0bb9da7e00af" providerId="ADAL" clId="{16143B19-2DA7-4E21-BDF6-2C9A1D943A43}" dt="2026-10-23T20:13:55.622" v="1064" actId="14100"/>
          <ac:spMkLst>
            <pc:docMk/>
            <pc:sldMk cId="1282366309" sldId="316"/>
            <ac:spMk id="2" creationId="{BC047980-3E2A-8801-DCAB-3914F174DE01}"/>
          </ac:spMkLst>
        </pc:spChg>
        <pc:spChg chg="add mod">
          <ac:chgData name="MacCormick, John" userId="872fc56c-f648-4c83-9a80-0bb9da7e00af" providerId="ADAL" clId="{16143B19-2DA7-4E21-BDF6-2C9A1D943A43}" dt="2026-10-23T20:20:16.422" v="1142" actId="1076"/>
          <ac:spMkLst>
            <pc:docMk/>
            <pc:sldMk cId="1282366309" sldId="316"/>
            <ac:spMk id="12" creationId="{7B2BB57C-C4D5-B62D-9EB1-BDCB4C172F0F}"/>
          </ac:spMkLst>
        </pc:spChg>
        <pc:spChg chg="add mod">
          <ac:chgData name="MacCormick, John" userId="872fc56c-f648-4c83-9a80-0bb9da7e00af" providerId="ADAL" clId="{16143B19-2DA7-4E21-BDF6-2C9A1D943A43}" dt="2026-10-23T20:21:20.884" v="1146" actId="1076"/>
          <ac:spMkLst>
            <pc:docMk/>
            <pc:sldMk cId="1282366309" sldId="316"/>
            <ac:spMk id="15" creationId="{64DFB061-5090-8D1E-0043-9AAD6C153DA7}"/>
          </ac:spMkLst>
        </pc:spChg>
        <pc:grpChg chg="add mod">
          <ac:chgData name="MacCormick, John" userId="872fc56c-f648-4c83-9a80-0bb9da7e00af" providerId="ADAL" clId="{16143B19-2DA7-4E21-BDF6-2C9A1D943A43}" dt="2026-10-24T00:44:43.781" v="1197" actId="1038"/>
          <ac:grpSpMkLst>
            <pc:docMk/>
            <pc:sldMk cId="1282366309" sldId="316"/>
            <ac:grpSpMk id="13" creationId="{2690CCC0-4514-429B-961B-2DCA99293803}"/>
          </ac:grpSpMkLst>
        </pc:grpChg>
        <pc:picChg chg="add mod ord">
          <ac:chgData name="MacCormick, John" userId="872fc56c-f648-4c83-9a80-0bb9da7e00af" providerId="ADAL" clId="{16143B19-2DA7-4E21-BDF6-2C9A1D943A43}" dt="2026-10-23T20:20:33.606" v="1143" actId="164"/>
          <ac:picMkLst>
            <pc:docMk/>
            <pc:sldMk cId="1282366309" sldId="316"/>
            <ac:picMk id="9" creationId="{E9003223-D435-4305-9746-9B0FC5637763}"/>
          </ac:picMkLst>
        </pc:picChg>
        <pc:picChg chg="add mod">
          <ac:chgData name="MacCormick, John" userId="872fc56c-f648-4c83-9a80-0bb9da7e00af" providerId="ADAL" clId="{16143B19-2DA7-4E21-BDF6-2C9A1D943A43}" dt="2026-10-23T20:20:33.606" v="1143" actId="164"/>
          <ac:picMkLst>
            <pc:docMk/>
            <pc:sldMk cId="1282366309" sldId="316"/>
            <ac:picMk id="11" creationId="{9D664184-7DAB-3317-145F-2854D70FD4CE}"/>
          </ac:picMkLst>
        </pc:picChg>
      </pc:sldChg>
      <pc:sldChg chg="addSp delSp modSp new add del mod modAnim">
        <pc:chgData name="MacCormick, John" userId="872fc56c-f648-4c83-9a80-0bb9da7e00af" providerId="ADAL" clId="{16143B19-2DA7-4E21-BDF6-2C9A1D943A43}" dt="2026-10-25T23:33:11.988" v="2683" actId="47"/>
        <pc:sldMkLst>
          <pc:docMk/>
          <pc:sldMk cId="1850416452" sldId="317"/>
        </pc:sldMkLst>
        <pc:spChg chg="mod">
          <ac:chgData name="MacCormick, John" userId="872fc56c-f648-4c83-9a80-0bb9da7e00af" providerId="ADAL" clId="{16143B19-2DA7-4E21-BDF6-2C9A1D943A43}" dt="2026-10-24T01:06:13.838" v="1315" actId="1035"/>
          <ac:spMkLst>
            <pc:docMk/>
            <pc:sldMk cId="1850416452" sldId="317"/>
            <ac:spMk id="2" creationId="{8AEC87C5-5687-4CD8-785F-E0134CA464B9}"/>
          </ac:spMkLst>
        </pc:spChg>
        <pc:spChg chg="del">
          <ac:chgData name="MacCormick, John" userId="872fc56c-f648-4c83-9a80-0bb9da7e00af" providerId="ADAL" clId="{16143B19-2DA7-4E21-BDF6-2C9A1D943A43}" dt="2026-10-24T00:59:28.107" v="1265" actId="22"/>
          <ac:spMkLst>
            <pc:docMk/>
            <pc:sldMk cId="1850416452" sldId="317"/>
            <ac:spMk id="3" creationId="{1DD65171-FD22-AAD0-841A-4D5987F0A151}"/>
          </ac:spMkLst>
        </pc:spChg>
        <pc:spChg chg="add del mod">
          <ac:chgData name="MacCormick, John" userId="872fc56c-f648-4c83-9a80-0bb9da7e00af" providerId="ADAL" clId="{16143B19-2DA7-4E21-BDF6-2C9A1D943A43}" dt="2026-10-24T01:00:57.780" v="1277" actId="478"/>
          <ac:spMkLst>
            <pc:docMk/>
            <pc:sldMk cId="1850416452" sldId="317"/>
            <ac:spMk id="11" creationId="{7ECD8155-54A6-9960-82A5-F71FDE10E8E0}"/>
          </ac:spMkLst>
        </pc:spChg>
        <pc:spChg chg="add mod">
          <ac:chgData name="MacCormick, John" userId="872fc56c-f648-4c83-9a80-0bb9da7e00af" providerId="ADAL" clId="{16143B19-2DA7-4E21-BDF6-2C9A1D943A43}" dt="2026-10-24T01:16:45.630" v="1474" actId="14100"/>
          <ac:spMkLst>
            <pc:docMk/>
            <pc:sldMk cId="1850416452" sldId="317"/>
            <ac:spMk id="18" creationId="{D4F63F79-C6BB-07DA-068F-A6AC09539CDB}"/>
          </ac:spMkLst>
        </pc:spChg>
        <pc:picChg chg="add del mod ord">
          <ac:chgData name="MacCormick, John" userId="872fc56c-f648-4c83-9a80-0bb9da7e00af" providerId="ADAL" clId="{16143B19-2DA7-4E21-BDF6-2C9A1D943A43}" dt="2026-10-24T01:00:54.893" v="1276" actId="478"/>
          <ac:picMkLst>
            <pc:docMk/>
            <pc:sldMk cId="1850416452" sldId="317"/>
            <ac:picMk id="5" creationId="{C6F1C092-89AF-EBAC-BA43-61E7E3C8E0B8}"/>
          </ac:picMkLst>
        </pc:picChg>
        <pc:picChg chg="add del mod">
          <ac:chgData name="MacCormick, John" userId="872fc56c-f648-4c83-9a80-0bb9da7e00af" providerId="ADAL" clId="{16143B19-2DA7-4E21-BDF6-2C9A1D943A43}" dt="2026-10-24T01:00:32.409" v="1273" actId="478"/>
          <ac:picMkLst>
            <pc:docMk/>
            <pc:sldMk cId="1850416452" sldId="317"/>
            <ac:picMk id="7" creationId="{BED19B3D-A458-34D8-7810-192BBD646118}"/>
          </ac:picMkLst>
        </pc:picChg>
        <pc:picChg chg="add mod">
          <ac:chgData name="MacCormick, John" userId="872fc56c-f648-4c83-9a80-0bb9da7e00af" providerId="ADAL" clId="{16143B19-2DA7-4E21-BDF6-2C9A1D943A43}" dt="2026-10-24T01:01:01.344" v="1279" actId="14100"/>
          <ac:picMkLst>
            <pc:docMk/>
            <pc:sldMk cId="1850416452" sldId="317"/>
            <ac:picMk id="9" creationId="{7D225B9C-C41F-2870-C536-066EABF93607}"/>
          </ac:picMkLst>
        </pc:picChg>
        <pc:picChg chg="add mod">
          <ac:chgData name="MacCormick, John" userId="872fc56c-f648-4c83-9a80-0bb9da7e00af" providerId="ADAL" clId="{16143B19-2DA7-4E21-BDF6-2C9A1D943A43}" dt="2026-10-24T01:04:18.811" v="1289" actId="208"/>
          <ac:picMkLst>
            <pc:docMk/>
            <pc:sldMk cId="1850416452" sldId="317"/>
            <ac:picMk id="13" creationId="{3F69AEE9-3B4F-8279-1C87-6EC15E9BACF0}"/>
          </ac:picMkLst>
        </pc:picChg>
        <pc:picChg chg="add mod">
          <ac:chgData name="MacCormick, John" userId="872fc56c-f648-4c83-9a80-0bb9da7e00af" providerId="ADAL" clId="{16143B19-2DA7-4E21-BDF6-2C9A1D943A43}" dt="2026-10-24T01:04:15.887" v="1288" actId="208"/>
          <ac:picMkLst>
            <pc:docMk/>
            <pc:sldMk cId="1850416452" sldId="317"/>
            <ac:picMk id="15" creationId="{FD3BE728-7472-8F26-81C1-1B3B92A50C9E}"/>
          </ac:picMkLst>
        </pc:picChg>
        <pc:picChg chg="add mod">
          <ac:chgData name="MacCormick, John" userId="872fc56c-f648-4c83-9a80-0bb9da7e00af" providerId="ADAL" clId="{16143B19-2DA7-4E21-BDF6-2C9A1D943A43}" dt="2026-10-24T01:05:56.684" v="1293" actId="1076"/>
          <ac:picMkLst>
            <pc:docMk/>
            <pc:sldMk cId="1850416452" sldId="317"/>
            <ac:picMk id="17" creationId="{856A4888-1601-9767-5A00-8FDB6590FEAE}"/>
          </ac:picMkLst>
        </pc:picChg>
      </pc:sldChg>
      <pc:sldChg chg="addSp delSp modSp new add del mod modClrScheme chgLayout">
        <pc:chgData name="MacCormick, John" userId="872fc56c-f648-4c83-9a80-0bb9da7e00af" providerId="ADAL" clId="{16143B19-2DA7-4E21-BDF6-2C9A1D943A43}" dt="2026-10-25T23:33:11.988" v="2683" actId="47"/>
        <pc:sldMkLst>
          <pc:docMk/>
          <pc:sldMk cId="1767224446" sldId="318"/>
        </pc:sldMkLst>
        <pc:spChg chg="mod">
          <ac:chgData name="MacCormick, John" userId="872fc56c-f648-4c83-9a80-0bb9da7e00af" providerId="ADAL" clId="{16143B19-2DA7-4E21-BDF6-2C9A1D943A43}" dt="2026-10-24T12:02:13.616" v="1797" actId="1036"/>
          <ac:spMkLst>
            <pc:docMk/>
            <pc:sldMk cId="1767224446" sldId="318"/>
            <ac:spMk id="2" creationId="{4EBD7AC0-B1BA-07F8-966D-3B51440974BA}"/>
          </ac:spMkLst>
        </pc:spChg>
        <pc:spChg chg="del">
          <ac:chgData name="MacCormick, John" userId="872fc56c-f648-4c83-9a80-0bb9da7e00af" providerId="ADAL" clId="{16143B19-2DA7-4E21-BDF6-2C9A1D943A43}" dt="2026-10-24T11:48:37.473" v="1696" actId="931"/>
          <ac:spMkLst>
            <pc:docMk/>
            <pc:sldMk cId="1767224446" sldId="318"/>
            <ac:spMk id="3" creationId="{49352245-CC68-ADCE-E3FA-96E812784966}"/>
          </ac:spMkLst>
        </pc:spChg>
        <pc:spChg chg="add mod">
          <ac:chgData name="MacCormick, John" userId="872fc56c-f648-4c83-9a80-0bb9da7e00af" providerId="ADAL" clId="{16143B19-2DA7-4E21-BDF6-2C9A1D943A43}" dt="2026-10-24T12:02:13.616" v="1797" actId="1036"/>
          <ac:spMkLst>
            <pc:docMk/>
            <pc:sldMk cId="1767224446" sldId="318"/>
            <ac:spMk id="10" creationId="{EBCCDBD3-DEB4-1F3A-E90E-2FC012DFCF74}"/>
          </ac:spMkLst>
        </pc:spChg>
        <pc:spChg chg="add del mod">
          <ac:chgData name="MacCormick, John" userId="872fc56c-f648-4c83-9a80-0bb9da7e00af" providerId="ADAL" clId="{16143B19-2DA7-4E21-BDF6-2C9A1D943A43}" dt="2026-10-24T12:00:38.631" v="1753" actId="478"/>
          <ac:spMkLst>
            <pc:docMk/>
            <pc:sldMk cId="1767224446" sldId="318"/>
            <ac:spMk id="12" creationId="{275CC131-89DB-BC4E-FE8E-7C6133C3258A}"/>
          </ac:spMkLst>
        </pc:spChg>
        <pc:spChg chg="add del mod">
          <ac:chgData name="MacCormick, John" userId="872fc56c-f648-4c83-9a80-0bb9da7e00af" providerId="ADAL" clId="{16143B19-2DA7-4E21-BDF6-2C9A1D943A43}" dt="2026-10-24T11:59:11.092" v="1741" actId="931"/>
          <ac:spMkLst>
            <pc:docMk/>
            <pc:sldMk cId="1767224446" sldId="318"/>
            <ac:spMk id="13" creationId="{A22EC119-4D82-12F9-8CDB-E72EB6408DDB}"/>
          </ac:spMkLst>
        </pc:spChg>
        <pc:spChg chg="add del mod">
          <ac:chgData name="MacCormick, John" userId="872fc56c-f648-4c83-9a80-0bb9da7e00af" providerId="ADAL" clId="{16143B19-2DA7-4E21-BDF6-2C9A1D943A43}" dt="2026-10-24T11:59:30.993" v="1746" actId="478"/>
          <ac:spMkLst>
            <pc:docMk/>
            <pc:sldMk cId="1767224446" sldId="318"/>
            <ac:spMk id="17" creationId="{F9649AF9-3E49-2ADB-9EDA-6FCBF238FEF6}"/>
          </ac:spMkLst>
        </pc:spChg>
        <pc:picChg chg="add del mod ord">
          <ac:chgData name="MacCormick, John" userId="872fc56c-f648-4c83-9a80-0bb9da7e00af" providerId="ADAL" clId="{16143B19-2DA7-4E21-BDF6-2C9A1D943A43}" dt="2026-10-24T11:59:03.716" v="1740" actId="478"/>
          <ac:picMkLst>
            <pc:docMk/>
            <pc:sldMk cId="1767224446" sldId="318"/>
            <ac:picMk id="5" creationId="{8D9F75AC-99D0-12A1-3D42-8D6D110B4EED}"/>
          </ac:picMkLst>
        </pc:picChg>
        <pc:picChg chg="add del mod">
          <ac:chgData name="MacCormick, John" userId="872fc56c-f648-4c83-9a80-0bb9da7e00af" providerId="ADAL" clId="{16143B19-2DA7-4E21-BDF6-2C9A1D943A43}" dt="2026-10-24T11:49:11.962" v="1705" actId="931"/>
          <ac:picMkLst>
            <pc:docMk/>
            <pc:sldMk cId="1767224446" sldId="318"/>
            <ac:picMk id="7" creationId="{C4E885CB-DFBE-5B5F-C30E-31B704959CF7}"/>
          </ac:picMkLst>
        </pc:picChg>
        <pc:picChg chg="add del mod">
          <ac:chgData name="MacCormick, John" userId="872fc56c-f648-4c83-9a80-0bb9da7e00af" providerId="ADAL" clId="{16143B19-2DA7-4E21-BDF6-2C9A1D943A43}" dt="2026-10-24T11:49:08.231" v="1704" actId="931"/>
          <ac:picMkLst>
            <pc:docMk/>
            <pc:sldMk cId="1767224446" sldId="318"/>
            <ac:picMk id="9" creationId="{272B9133-0CCE-3488-FAF6-923D931A4FBB}"/>
          </ac:picMkLst>
        </pc:picChg>
        <pc:picChg chg="add del mod ord">
          <ac:chgData name="MacCormick, John" userId="872fc56c-f648-4c83-9a80-0bb9da7e00af" providerId="ADAL" clId="{16143B19-2DA7-4E21-BDF6-2C9A1D943A43}" dt="2026-10-24T11:59:29.277" v="1745" actId="478"/>
          <ac:picMkLst>
            <pc:docMk/>
            <pc:sldMk cId="1767224446" sldId="318"/>
            <ac:picMk id="15" creationId="{FA4F8939-11EA-B2C1-5C5D-2D42BE34DAD5}"/>
          </ac:picMkLst>
        </pc:picChg>
        <pc:picChg chg="add mod ord">
          <ac:chgData name="MacCormick, John" userId="872fc56c-f648-4c83-9a80-0bb9da7e00af" providerId="ADAL" clId="{16143B19-2DA7-4E21-BDF6-2C9A1D943A43}" dt="2026-10-24T12:01:22.031" v="1757" actId="1076"/>
          <ac:picMkLst>
            <pc:docMk/>
            <pc:sldMk cId="1767224446" sldId="318"/>
            <ac:picMk id="19" creationId="{4DEC0162-C7C3-514E-4A2C-DBCA8BD58874}"/>
          </ac:picMkLst>
        </pc:picChg>
      </pc:sldChg>
      <pc:sldChg chg="addSp delSp modSp new del mod modAnim">
        <pc:chgData name="MacCormick, John" userId="872fc56c-f648-4c83-9a80-0bb9da7e00af" providerId="ADAL" clId="{16143B19-2DA7-4E21-BDF6-2C9A1D943A43}" dt="2026-10-25T23:33:11.988" v="2683" actId="47"/>
        <pc:sldMkLst>
          <pc:docMk/>
          <pc:sldMk cId="3543996402" sldId="319"/>
        </pc:sldMkLst>
        <pc:spChg chg="mod">
          <ac:chgData name="MacCormick, John" userId="872fc56c-f648-4c83-9a80-0bb9da7e00af" providerId="ADAL" clId="{16143B19-2DA7-4E21-BDF6-2C9A1D943A43}" dt="2026-10-24T12:20:55.952" v="1957" actId="14100"/>
          <ac:spMkLst>
            <pc:docMk/>
            <pc:sldMk cId="3543996402" sldId="319"/>
            <ac:spMk id="2" creationId="{ED8B5495-BD01-E19B-1A05-0DE0514C6A4B}"/>
          </ac:spMkLst>
        </pc:spChg>
        <pc:spChg chg="del">
          <ac:chgData name="MacCormick, John" userId="872fc56c-f648-4c83-9a80-0bb9da7e00af" providerId="ADAL" clId="{16143B19-2DA7-4E21-BDF6-2C9A1D943A43}" dt="2026-10-24T12:08:27.377" v="1880" actId="478"/>
          <ac:spMkLst>
            <pc:docMk/>
            <pc:sldMk cId="3543996402" sldId="319"/>
            <ac:spMk id="3" creationId="{01C1DFBD-11CD-4B08-B2E0-9EE0D88FE88B}"/>
          </ac:spMkLst>
        </pc:spChg>
        <pc:spChg chg="add mod">
          <ac:chgData name="MacCormick, John" userId="872fc56c-f648-4c83-9a80-0bb9da7e00af" providerId="ADAL" clId="{16143B19-2DA7-4E21-BDF6-2C9A1D943A43}" dt="2026-10-24T12:22:08.380" v="1966" actId="1076"/>
          <ac:spMkLst>
            <pc:docMk/>
            <pc:sldMk cId="3543996402" sldId="319"/>
            <ac:spMk id="25" creationId="{A00AF017-D634-9AD5-E623-5ED48EAE2734}"/>
          </ac:spMkLst>
        </pc:spChg>
        <pc:grpChg chg="add mod">
          <ac:chgData name="MacCormick, John" userId="872fc56c-f648-4c83-9a80-0bb9da7e00af" providerId="ADAL" clId="{16143B19-2DA7-4E21-BDF6-2C9A1D943A43}" dt="2026-10-24T12:22:50.492" v="1971" actId="1076"/>
          <ac:grpSpMkLst>
            <pc:docMk/>
            <pc:sldMk cId="3543996402" sldId="319"/>
            <ac:grpSpMk id="26" creationId="{169367ED-39C2-E338-58D2-CA8EE10244C4}"/>
          </ac:grpSpMkLst>
        </pc:grpChg>
        <pc:grpChg chg="add mod">
          <ac:chgData name="MacCormick, John" userId="872fc56c-f648-4c83-9a80-0bb9da7e00af" providerId="ADAL" clId="{16143B19-2DA7-4E21-BDF6-2C9A1D943A43}" dt="2026-10-24T12:21:34.153" v="1960" actId="164"/>
          <ac:grpSpMkLst>
            <pc:docMk/>
            <pc:sldMk cId="3543996402" sldId="319"/>
            <ac:grpSpMk id="27" creationId="{9EA01618-359A-A11E-6671-C0084ECFD8F6}"/>
          </ac:grpSpMkLst>
        </pc:grpChg>
        <pc:picChg chg="add mod">
          <ac:chgData name="MacCormick, John" userId="872fc56c-f648-4c83-9a80-0bb9da7e00af" providerId="ADAL" clId="{16143B19-2DA7-4E21-BDF6-2C9A1D943A43}" dt="2026-10-24T12:22:12.760" v="1967" actId="1076"/>
          <ac:picMkLst>
            <pc:docMk/>
            <pc:sldMk cId="3543996402" sldId="319"/>
            <ac:picMk id="5" creationId="{876DD020-3F00-550D-670F-718381148395}"/>
          </ac:picMkLst>
        </pc:picChg>
        <pc:picChg chg="add mod">
          <ac:chgData name="MacCormick, John" userId="872fc56c-f648-4c83-9a80-0bb9da7e00af" providerId="ADAL" clId="{16143B19-2DA7-4E21-BDF6-2C9A1D943A43}" dt="2026-10-24T12:21:34.153" v="1960" actId="164"/>
          <ac:picMkLst>
            <pc:docMk/>
            <pc:sldMk cId="3543996402" sldId="319"/>
            <ac:picMk id="7" creationId="{619EAA22-2A15-081F-174F-A3AE5F667830}"/>
          </ac:picMkLst>
        </pc:picChg>
        <pc:picChg chg="add mod">
          <ac:chgData name="MacCormick, John" userId="872fc56c-f648-4c83-9a80-0bb9da7e00af" providerId="ADAL" clId="{16143B19-2DA7-4E21-BDF6-2C9A1D943A43}" dt="2026-10-24T12:21:25.747" v="1959" actId="164"/>
          <ac:picMkLst>
            <pc:docMk/>
            <pc:sldMk cId="3543996402" sldId="319"/>
            <ac:picMk id="9" creationId="{CA1344A8-CCB6-4DE9-B4AC-9F938A6E6156}"/>
          </ac:picMkLst>
        </pc:picChg>
        <pc:inkChg chg="add mod">
          <ac:chgData name="MacCormick, John" userId="872fc56c-f648-4c83-9a80-0bb9da7e00af" providerId="ADAL" clId="{16143B19-2DA7-4E21-BDF6-2C9A1D943A43}" dt="2026-10-24T12:21:25.747" v="1959" actId="164"/>
          <ac:inkMkLst>
            <pc:docMk/>
            <pc:sldMk cId="3543996402" sldId="319"/>
            <ac:inkMk id="10" creationId="{E8B7A4CA-9119-A24B-E95F-BC40F8E24079}"/>
          </ac:inkMkLst>
        </pc:inkChg>
        <pc:inkChg chg="add mod">
          <ac:chgData name="MacCormick, John" userId="872fc56c-f648-4c83-9a80-0bb9da7e00af" providerId="ADAL" clId="{16143B19-2DA7-4E21-BDF6-2C9A1D943A43}" dt="2026-10-24T12:21:25.747" v="1959" actId="164"/>
          <ac:inkMkLst>
            <pc:docMk/>
            <pc:sldMk cId="3543996402" sldId="319"/>
            <ac:inkMk id="11" creationId="{FFE8AF8C-0415-1E5D-9A61-BEDC960B4508}"/>
          </ac:inkMkLst>
        </pc:inkChg>
        <pc:inkChg chg="add mod">
          <ac:chgData name="MacCormick, John" userId="872fc56c-f648-4c83-9a80-0bb9da7e00af" providerId="ADAL" clId="{16143B19-2DA7-4E21-BDF6-2C9A1D943A43}" dt="2026-10-24T12:21:25.747" v="1959" actId="164"/>
          <ac:inkMkLst>
            <pc:docMk/>
            <pc:sldMk cId="3543996402" sldId="319"/>
            <ac:inkMk id="12" creationId="{218ADDA2-4BB7-15B3-AE90-19FF18DFD6FD}"/>
          </ac:inkMkLst>
        </pc:inkChg>
        <pc:inkChg chg="add mod">
          <ac:chgData name="MacCormick, John" userId="872fc56c-f648-4c83-9a80-0bb9da7e00af" providerId="ADAL" clId="{16143B19-2DA7-4E21-BDF6-2C9A1D943A43}" dt="2026-10-24T12:21:25.747" v="1959" actId="164"/>
          <ac:inkMkLst>
            <pc:docMk/>
            <pc:sldMk cId="3543996402" sldId="319"/>
            <ac:inkMk id="13" creationId="{942D97A1-6FA3-F550-60A3-1C05EA0280A2}"/>
          </ac:inkMkLst>
        </pc:inkChg>
        <pc:inkChg chg="add mod">
          <ac:chgData name="MacCormick, John" userId="872fc56c-f648-4c83-9a80-0bb9da7e00af" providerId="ADAL" clId="{16143B19-2DA7-4E21-BDF6-2C9A1D943A43}" dt="2026-10-24T12:21:25.747" v="1959" actId="164"/>
          <ac:inkMkLst>
            <pc:docMk/>
            <pc:sldMk cId="3543996402" sldId="319"/>
            <ac:inkMk id="14" creationId="{155153F6-78D4-4289-9DE8-E004A4EF81E9}"/>
          </ac:inkMkLst>
        </pc:inkChg>
        <pc:inkChg chg="add mod">
          <ac:chgData name="MacCormick, John" userId="872fc56c-f648-4c83-9a80-0bb9da7e00af" providerId="ADAL" clId="{16143B19-2DA7-4E21-BDF6-2C9A1D943A43}" dt="2026-10-24T12:21:25.747" v="1959" actId="164"/>
          <ac:inkMkLst>
            <pc:docMk/>
            <pc:sldMk cId="3543996402" sldId="319"/>
            <ac:inkMk id="15" creationId="{039977F5-4CB8-AD9C-1474-7CE1A4FEBE5F}"/>
          </ac:inkMkLst>
        </pc:inkChg>
        <pc:inkChg chg="add mod">
          <ac:chgData name="MacCormick, John" userId="872fc56c-f648-4c83-9a80-0bb9da7e00af" providerId="ADAL" clId="{16143B19-2DA7-4E21-BDF6-2C9A1D943A43}" dt="2026-10-24T12:21:25.747" v="1959" actId="164"/>
          <ac:inkMkLst>
            <pc:docMk/>
            <pc:sldMk cId="3543996402" sldId="319"/>
            <ac:inkMk id="16" creationId="{11416EB2-4391-027F-78EE-2F71C962A986}"/>
          </ac:inkMkLst>
        </pc:inkChg>
        <pc:inkChg chg="add del">
          <ac:chgData name="MacCormick, John" userId="872fc56c-f648-4c83-9a80-0bb9da7e00af" providerId="ADAL" clId="{16143B19-2DA7-4E21-BDF6-2C9A1D943A43}" dt="2026-10-24T12:17:16.227" v="1929" actId="9405"/>
          <ac:inkMkLst>
            <pc:docMk/>
            <pc:sldMk cId="3543996402" sldId="319"/>
            <ac:inkMk id="17" creationId="{6B476581-7887-C5FF-1E9F-F24E7B80B0C5}"/>
          </ac:inkMkLst>
        </pc:inkChg>
        <pc:inkChg chg="add del">
          <ac:chgData name="MacCormick, John" userId="872fc56c-f648-4c83-9a80-0bb9da7e00af" providerId="ADAL" clId="{16143B19-2DA7-4E21-BDF6-2C9A1D943A43}" dt="2026-10-24T12:17:15.852" v="1928" actId="9405"/>
          <ac:inkMkLst>
            <pc:docMk/>
            <pc:sldMk cId="3543996402" sldId="319"/>
            <ac:inkMk id="18" creationId="{0C8E1D4E-3E15-DA77-4778-50F6F85C1663}"/>
          </ac:inkMkLst>
        </pc:inkChg>
        <pc:inkChg chg="add mod">
          <ac:chgData name="MacCormick, John" userId="872fc56c-f648-4c83-9a80-0bb9da7e00af" providerId="ADAL" clId="{16143B19-2DA7-4E21-BDF6-2C9A1D943A43}" dt="2026-10-24T12:21:34.153" v="1960" actId="164"/>
          <ac:inkMkLst>
            <pc:docMk/>
            <pc:sldMk cId="3543996402" sldId="319"/>
            <ac:inkMk id="19" creationId="{DC2B6825-090C-5446-D5D2-2B3860821350}"/>
          </ac:inkMkLst>
        </pc:inkChg>
        <pc:inkChg chg="add mod">
          <ac:chgData name="MacCormick, John" userId="872fc56c-f648-4c83-9a80-0bb9da7e00af" providerId="ADAL" clId="{16143B19-2DA7-4E21-BDF6-2C9A1D943A43}" dt="2026-10-24T12:21:34.153" v="1960" actId="164"/>
          <ac:inkMkLst>
            <pc:docMk/>
            <pc:sldMk cId="3543996402" sldId="319"/>
            <ac:inkMk id="20" creationId="{316B2E17-D15C-9840-EB5A-9325FAF0FA26}"/>
          </ac:inkMkLst>
        </pc:inkChg>
        <pc:inkChg chg="add mod">
          <ac:chgData name="MacCormick, John" userId="872fc56c-f648-4c83-9a80-0bb9da7e00af" providerId="ADAL" clId="{16143B19-2DA7-4E21-BDF6-2C9A1D943A43}" dt="2026-10-24T12:21:34.153" v="1960" actId="164"/>
          <ac:inkMkLst>
            <pc:docMk/>
            <pc:sldMk cId="3543996402" sldId="319"/>
            <ac:inkMk id="21" creationId="{0C20C853-9ADD-B8CA-EB85-332C02040A2A}"/>
          </ac:inkMkLst>
        </pc:inkChg>
        <pc:inkChg chg="add mod">
          <ac:chgData name="MacCormick, John" userId="872fc56c-f648-4c83-9a80-0bb9da7e00af" providerId="ADAL" clId="{16143B19-2DA7-4E21-BDF6-2C9A1D943A43}" dt="2026-10-24T12:21:34.153" v="1960" actId="164"/>
          <ac:inkMkLst>
            <pc:docMk/>
            <pc:sldMk cId="3543996402" sldId="319"/>
            <ac:inkMk id="22" creationId="{2D0532F6-53A5-2FE1-B09B-B6AB15981434}"/>
          </ac:inkMkLst>
        </pc:inkChg>
        <pc:inkChg chg="add mod">
          <ac:chgData name="MacCormick, John" userId="872fc56c-f648-4c83-9a80-0bb9da7e00af" providerId="ADAL" clId="{16143B19-2DA7-4E21-BDF6-2C9A1D943A43}" dt="2026-10-24T12:21:34.153" v="1960" actId="164"/>
          <ac:inkMkLst>
            <pc:docMk/>
            <pc:sldMk cId="3543996402" sldId="319"/>
            <ac:inkMk id="23" creationId="{131EE0C0-5C32-9797-7861-BEB9E65FB787}"/>
          </ac:inkMkLst>
        </pc:inkChg>
        <pc:inkChg chg="add mod">
          <ac:chgData name="MacCormick, John" userId="872fc56c-f648-4c83-9a80-0bb9da7e00af" providerId="ADAL" clId="{16143B19-2DA7-4E21-BDF6-2C9A1D943A43}" dt="2026-10-24T12:21:34.153" v="1960" actId="164"/>
          <ac:inkMkLst>
            <pc:docMk/>
            <pc:sldMk cId="3543996402" sldId="319"/>
            <ac:inkMk id="24" creationId="{216DB9BD-96DD-05E9-3B0C-986F196CD2F9}"/>
          </ac:inkMkLst>
        </pc:inkChg>
      </pc:sldChg>
      <pc:sldChg chg="addSp delSp modSp new del mod">
        <pc:chgData name="MacCormick, John" userId="872fc56c-f648-4c83-9a80-0bb9da7e00af" providerId="ADAL" clId="{16143B19-2DA7-4E21-BDF6-2C9A1D943A43}" dt="2026-10-25T23:33:11.988" v="2683" actId="47"/>
        <pc:sldMkLst>
          <pc:docMk/>
          <pc:sldMk cId="1857691159" sldId="320"/>
        </pc:sldMkLst>
        <pc:spChg chg="mod">
          <ac:chgData name="MacCormick, John" userId="872fc56c-f648-4c83-9a80-0bb9da7e00af" providerId="ADAL" clId="{16143B19-2DA7-4E21-BDF6-2C9A1D943A43}" dt="2026-10-24T12:39:35.616" v="2084" actId="14100"/>
          <ac:spMkLst>
            <pc:docMk/>
            <pc:sldMk cId="1857691159" sldId="320"/>
            <ac:spMk id="2" creationId="{8D8BFEA2-8AAE-C3F4-A2C3-982E641C848E}"/>
          </ac:spMkLst>
        </pc:spChg>
        <pc:spChg chg="del mod">
          <ac:chgData name="MacCormick, John" userId="872fc56c-f648-4c83-9a80-0bb9da7e00af" providerId="ADAL" clId="{16143B19-2DA7-4E21-BDF6-2C9A1D943A43}" dt="2026-10-24T12:28:29.988" v="2010" actId="478"/>
          <ac:spMkLst>
            <pc:docMk/>
            <pc:sldMk cId="1857691159" sldId="320"/>
            <ac:spMk id="3" creationId="{E7F65F49-C514-C2E0-0201-C08424F55488}"/>
          </ac:spMkLst>
        </pc:spChg>
        <pc:spChg chg="add del mod">
          <ac:chgData name="MacCormick, John" userId="872fc56c-f648-4c83-9a80-0bb9da7e00af" providerId="ADAL" clId="{16143B19-2DA7-4E21-BDF6-2C9A1D943A43}" dt="2026-10-24T12:28:31.180" v="2011" actId="478"/>
          <ac:spMkLst>
            <pc:docMk/>
            <pc:sldMk cId="1857691159" sldId="320"/>
            <ac:spMk id="5" creationId="{A10E1511-21B7-5AC7-C622-FB5549004452}"/>
          </ac:spMkLst>
        </pc:spChg>
        <pc:spChg chg="add mod">
          <ac:chgData name="MacCormick, John" userId="872fc56c-f648-4c83-9a80-0bb9da7e00af" providerId="ADAL" clId="{16143B19-2DA7-4E21-BDF6-2C9A1D943A43}" dt="2026-10-24T12:39:50.739" v="2088" actId="1076"/>
          <ac:spMkLst>
            <pc:docMk/>
            <pc:sldMk cId="1857691159" sldId="320"/>
            <ac:spMk id="6" creationId="{82CB02F7-5480-F5D2-CDCF-44510DD328D0}"/>
          </ac:spMkLst>
        </pc:spChg>
        <pc:spChg chg="add mod">
          <ac:chgData name="MacCormick, John" userId="872fc56c-f648-4c83-9a80-0bb9da7e00af" providerId="ADAL" clId="{16143B19-2DA7-4E21-BDF6-2C9A1D943A43}" dt="2026-10-24T12:39:45.667" v="2087" actId="1076"/>
          <ac:spMkLst>
            <pc:docMk/>
            <pc:sldMk cId="1857691159" sldId="320"/>
            <ac:spMk id="7" creationId="{0EE3D584-CFE9-7FDC-8FF6-A1F7EF90D2A9}"/>
          </ac:spMkLst>
        </pc:spChg>
      </pc:sldChg>
      <pc:sldChg chg="addSp delSp modSp new del mod">
        <pc:chgData name="MacCormick, John" userId="872fc56c-f648-4c83-9a80-0bb9da7e00af" providerId="ADAL" clId="{16143B19-2DA7-4E21-BDF6-2C9A1D943A43}" dt="2026-10-25T23:33:11.988" v="2683" actId="47"/>
        <pc:sldMkLst>
          <pc:docMk/>
          <pc:sldMk cId="3779303466" sldId="321"/>
        </pc:sldMkLst>
        <pc:spChg chg="mod">
          <ac:chgData name="MacCormick, John" userId="872fc56c-f648-4c83-9a80-0bb9da7e00af" providerId="ADAL" clId="{16143B19-2DA7-4E21-BDF6-2C9A1D943A43}" dt="2026-10-24T12:47:25.196" v="2130" actId="1076"/>
          <ac:spMkLst>
            <pc:docMk/>
            <pc:sldMk cId="3779303466" sldId="321"/>
            <ac:spMk id="2" creationId="{63C51CC3-1C1E-D6EF-EF96-4B98047F2E90}"/>
          </ac:spMkLst>
        </pc:spChg>
        <pc:spChg chg="del">
          <ac:chgData name="MacCormick, John" userId="872fc56c-f648-4c83-9a80-0bb9da7e00af" providerId="ADAL" clId="{16143B19-2DA7-4E21-BDF6-2C9A1D943A43}" dt="2026-10-24T12:46:25.646" v="2126" actId="478"/>
          <ac:spMkLst>
            <pc:docMk/>
            <pc:sldMk cId="3779303466" sldId="321"/>
            <ac:spMk id="3" creationId="{D2C4247D-FC64-0D36-1FCB-8BA7ADE6852F}"/>
          </ac:spMkLst>
        </pc:spChg>
        <pc:picChg chg="add mod">
          <ac:chgData name="MacCormick, John" userId="872fc56c-f648-4c83-9a80-0bb9da7e00af" providerId="ADAL" clId="{16143B19-2DA7-4E21-BDF6-2C9A1D943A43}" dt="2026-10-24T12:48:29.539" v="2137" actId="1076"/>
          <ac:picMkLst>
            <pc:docMk/>
            <pc:sldMk cId="3779303466" sldId="321"/>
            <ac:picMk id="5" creationId="{08F276A5-6B2E-F3AA-7B4C-BB2F44809C42}"/>
          </ac:picMkLst>
        </pc:picChg>
        <pc:picChg chg="add mod">
          <ac:chgData name="MacCormick, John" userId="872fc56c-f648-4c83-9a80-0bb9da7e00af" providerId="ADAL" clId="{16143B19-2DA7-4E21-BDF6-2C9A1D943A43}" dt="2026-10-24T12:48:26.761" v="2136" actId="1076"/>
          <ac:picMkLst>
            <pc:docMk/>
            <pc:sldMk cId="3779303466" sldId="321"/>
            <ac:picMk id="7" creationId="{27A21CB5-86ED-6EDA-F8F2-88869EFC8986}"/>
          </ac:picMkLst>
        </pc:picChg>
      </pc:sldChg>
      <pc:sldChg chg="modSp add del mod ord">
        <pc:chgData name="MacCormick, John" userId="872fc56c-f648-4c83-9a80-0bb9da7e00af" providerId="ADAL" clId="{16143B19-2DA7-4E21-BDF6-2C9A1D943A43}" dt="2026-10-25T23:33:11.988" v="2683" actId="47"/>
        <pc:sldMkLst>
          <pc:docMk/>
          <pc:sldMk cId="3975862665" sldId="322"/>
        </pc:sldMkLst>
        <pc:spChg chg="mod">
          <ac:chgData name="MacCormick, John" userId="872fc56c-f648-4c83-9a80-0bb9da7e00af" providerId="ADAL" clId="{16143B19-2DA7-4E21-BDF6-2C9A1D943A43}" dt="2026-10-24T13:13:02.555" v="2249" actId="20577"/>
          <ac:spMkLst>
            <pc:docMk/>
            <pc:sldMk cId="3975862665" sldId="322"/>
            <ac:spMk id="2" creationId="{2AD95F41-AA57-96A6-EF02-5052036E0F71}"/>
          </ac:spMkLst>
        </pc:spChg>
        <pc:spChg chg="mod">
          <ac:chgData name="MacCormick, John" userId="872fc56c-f648-4c83-9a80-0bb9da7e00af" providerId="ADAL" clId="{16143B19-2DA7-4E21-BDF6-2C9A1D943A43}" dt="2026-10-24T13:12:53.903" v="2248" actId="403"/>
          <ac:spMkLst>
            <pc:docMk/>
            <pc:sldMk cId="3975862665" sldId="322"/>
            <ac:spMk id="3" creationId="{48AC63EF-F3C0-008C-1F57-D3918C13CEDA}"/>
          </ac:spMkLst>
        </pc:spChg>
      </pc:sldChg>
      <pc:sldChg chg="modSp new mod">
        <pc:chgData name="MacCormick, John" userId="872fc56c-f648-4c83-9a80-0bb9da7e00af" providerId="ADAL" clId="{16143B19-2DA7-4E21-BDF6-2C9A1D943A43}" dt="2026-10-25T22:58:04.608" v="2304" actId="20577"/>
        <pc:sldMkLst>
          <pc:docMk/>
          <pc:sldMk cId="3877598422" sldId="323"/>
        </pc:sldMkLst>
        <pc:spChg chg="mod">
          <ac:chgData name="MacCormick, John" userId="872fc56c-f648-4c83-9a80-0bb9da7e00af" providerId="ADAL" clId="{16143B19-2DA7-4E21-BDF6-2C9A1D943A43}" dt="2026-10-25T22:58:04.608" v="2304" actId="20577"/>
          <ac:spMkLst>
            <pc:docMk/>
            <pc:sldMk cId="3877598422" sldId="323"/>
            <ac:spMk id="2" creationId="{991A9CAA-6133-AE40-82F3-56B2019243A3}"/>
          </ac:spMkLst>
        </pc:spChg>
      </pc:sldChg>
      <pc:sldChg chg="addSp delSp modSp new mod">
        <pc:chgData name="MacCormick, John" userId="872fc56c-f648-4c83-9a80-0bb9da7e00af" providerId="ADAL" clId="{16143B19-2DA7-4E21-BDF6-2C9A1D943A43}" dt="2026-10-25T23:01:48.830" v="2314" actId="1076"/>
        <pc:sldMkLst>
          <pc:docMk/>
          <pc:sldMk cId="1810224876" sldId="324"/>
        </pc:sldMkLst>
        <pc:spChg chg="mod">
          <ac:chgData name="MacCormick, John" userId="872fc56c-f648-4c83-9a80-0bb9da7e00af" providerId="ADAL" clId="{16143B19-2DA7-4E21-BDF6-2C9A1D943A43}" dt="2026-10-25T23:00:09.110" v="2308"/>
          <ac:spMkLst>
            <pc:docMk/>
            <pc:sldMk cId="1810224876" sldId="324"/>
            <ac:spMk id="2" creationId="{3B75618D-C9CE-0A54-1D2A-06D9A6C4DDF9}"/>
          </ac:spMkLst>
        </pc:spChg>
        <pc:spChg chg="add del">
          <ac:chgData name="MacCormick, John" userId="872fc56c-f648-4c83-9a80-0bb9da7e00af" providerId="ADAL" clId="{16143B19-2DA7-4E21-BDF6-2C9A1D943A43}" dt="2026-10-25T23:01:40.129" v="2311" actId="22"/>
          <ac:spMkLst>
            <pc:docMk/>
            <pc:sldMk cId="1810224876" sldId="324"/>
            <ac:spMk id="3" creationId="{070C4738-9F98-6E92-0B03-16C95D2580B5}"/>
          </ac:spMkLst>
        </pc:spChg>
        <pc:picChg chg="add del mod ord">
          <ac:chgData name="MacCormick, John" userId="872fc56c-f648-4c83-9a80-0bb9da7e00af" providerId="ADAL" clId="{16143B19-2DA7-4E21-BDF6-2C9A1D943A43}" dt="2026-10-25T23:01:13.395" v="2310" actId="22"/>
          <ac:picMkLst>
            <pc:docMk/>
            <pc:sldMk cId="1810224876" sldId="324"/>
            <ac:picMk id="5" creationId="{2EC45AE2-CAEF-6827-D914-199B376937A3}"/>
          </ac:picMkLst>
        </pc:picChg>
        <pc:picChg chg="add mod ord">
          <ac:chgData name="MacCormick, John" userId="872fc56c-f648-4c83-9a80-0bb9da7e00af" providerId="ADAL" clId="{16143B19-2DA7-4E21-BDF6-2C9A1D943A43}" dt="2026-10-25T23:01:48.830" v="2314" actId="1076"/>
          <ac:picMkLst>
            <pc:docMk/>
            <pc:sldMk cId="1810224876" sldId="324"/>
            <ac:picMk id="7" creationId="{633DA416-D8B9-65E8-7C57-1A0F9A5DF469}"/>
          </ac:picMkLst>
        </pc:picChg>
      </pc:sldChg>
      <pc:sldChg chg="addSp delSp modSp add del mod">
        <pc:chgData name="MacCormick, John" userId="872fc56c-f648-4c83-9a80-0bb9da7e00af" providerId="ADAL" clId="{16143B19-2DA7-4E21-BDF6-2C9A1D943A43}" dt="2026-10-25T23:32:45.897" v="2681" actId="47"/>
        <pc:sldMkLst>
          <pc:docMk/>
          <pc:sldMk cId="1379487711" sldId="325"/>
        </pc:sldMkLst>
        <pc:spChg chg="mod">
          <ac:chgData name="MacCormick, John" userId="872fc56c-f648-4c83-9a80-0bb9da7e00af" providerId="ADAL" clId="{16143B19-2DA7-4E21-BDF6-2C9A1D943A43}" dt="2026-10-25T23:02:24.423" v="2318"/>
          <ac:spMkLst>
            <pc:docMk/>
            <pc:sldMk cId="1379487711" sldId="325"/>
            <ac:spMk id="2" creationId="{9A655CF3-2AAB-1C85-63E5-1A5B1846240F}"/>
          </ac:spMkLst>
        </pc:spChg>
        <pc:spChg chg="add del mod">
          <ac:chgData name="MacCormick, John" userId="872fc56c-f648-4c83-9a80-0bb9da7e00af" providerId="ADAL" clId="{16143B19-2DA7-4E21-BDF6-2C9A1D943A43}" dt="2026-10-25T23:03:21.064" v="2321" actId="478"/>
          <ac:spMkLst>
            <pc:docMk/>
            <pc:sldMk cId="1379487711" sldId="325"/>
            <ac:spMk id="6" creationId="{78DA5712-21C5-6A57-2D6E-B4387B9CA247}"/>
          </ac:spMkLst>
        </pc:spChg>
        <pc:picChg chg="add mod">
          <ac:chgData name="MacCormick, John" userId="872fc56c-f648-4c83-9a80-0bb9da7e00af" providerId="ADAL" clId="{16143B19-2DA7-4E21-BDF6-2C9A1D943A43}" dt="2026-10-25T23:03:27.892" v="2323" actId="14100"/>
          <ac:picMkLst>
            <pc:docMk/>
            <pc:sldMk cId="1379487711" sldId="325"/>
            <ac:picMk id="4" creationId="{A3731C7A-B713-E20D-0160-BA047DC49801}"/>
          </ac:picMkLst>
        </pc:picChg>
        <pc:picChg chg="del">
          <ac:chgData name="MacCormick, John" userId="872fc56c-f648-4c83-9a80-0bb9da7e00af" providerId="ADAL" clId="{16143B19-2DA7-4E21-BDF6-2C9A1D943A43}" dt="2026-10-25T23:03:17.555" v="2320" actId="478"/>
          <ac:picMkLst>
            <pc:docMk/>
            <pc:sldMk cId="1379487711" sldId="325"/>
            <ac:picMk id="7" creationId="{F556B7BD-1772-4132-9A63-C46657AE637D}"/>
          </ac:picMkLst>
        </pc:picChg>
      </pc:sldChg>
      <pc:sldChg chg="addSp delSp modSp add del mod ord modAnim">
        <pc:chgData name="MacCormick, John" userId="872fc56c-f648-4c83-9a80-0bb9da7e00af" providerId="ADAL" clId="{16143B19-2DA7-4E21-BDF6-2C9A1D943A43}" dt="2026-10-25T23:32:45.897" v="2681" actId="47"/>
        <pc:sldMkLst>
          <pc:docMk/>
          <pc:sldMk cId="3533459138" sldId="326"/>
        </pc:sldMkLst>
        <pc:spChg chg="mod">
          <ac:chgData name="MacCormick, John" userId="872fc56c-f648-4c83-9a80-0bb9da7e00af" providerId="ADAL" clId="{16143B19-2DA7-4E21-BDF6-2C9A1D943A43}" dt="2026-10-25T23:04:10.199" v="2329"/>
          <ac:spMkLst>
            <pc:docMk/>
            <pc:sldMk cId="3533459138" sldId="326"/>
            <ac:spMk id="2" creationId="{D49D0BC3-4187-3A68-F67C-9CB0F1BD7F0C}"/>
          </ac:spMkLst>
        </pc:spChg>
        <pc:spChg chg="add mod">
          <ac:chgData name="MacCormick, John" userId="872fc56c-f648-4c83-9a80-0bb9da7e00af" providerId="ADAL" clId="{16143B19-2DA7-4E21-BDF6-2C9A1D943A43}" dt="2026-10-25T23:24:29.242" v="2486" actId="1076"/>
          <ac:spMkLst>
            <pc:docMk/>
            <pc:sldMk cId="3533459138" sldId="326"/>
            <ac:spMk id="4" creationId="{D4014AD3-C8FC-F873-F08E-2909AA35E4E2}"/>
          </ac:spMkLst>
        </pc:spChg>
        <pc:spChg chg="add mod">
          <ac:chgData name="MacCormick, John" userId="872fc56c-f648-4c83-9a80-0bb9da7e00af" providerId="ADAL" clId="{16143B19-2DA7-4E21-BDF6-2C9A1D943A43}" dt="2026-10-25T23:28:03.011" v="2565" actId="164"/>
          <ac:spMkLst>
            <pc:docMk/>
            <pc:sldMk cId="3533459138" sldId="326"/>
            <ac:spMk id="5" creationId="{25532327-7F0A-50E5-3F23-E0AE78A882CB}"/>
          </ac:spMkLst>
        </pc:spChg>
        <pc:spChg chg="add mod">
          <ac:chgData name="MacCormick, John" userId="872fc56c-f648-4c83-9a80-0bb9da7e00af" providerId="ADAL" clId="{16143B19-2DA7-4E21-BDF6-2C9A1D943A43}" dt="2026-10-25T23:28:09.700" v="2566" actId="164"/>
          <ac:spMkLst>
            <pc:docMk/>
            <pc:sldMk cId="3533459138" sldId="326"/>
            <ac:spMk id="6" creationId="{61AF4BF0-0675-A128-4F83-79234B959D03}"/>
          </ac:spMkLst>
        </pc:spChg>
        <pc:spChg chg="add mod">
          <ac:chgData name="MacCormick, John" userId="872fc56c-f648-4c83-9a80-0bb9da7e00af" providerId="ADAL" clId="{16143B19-2DA7-4E21-BDF6-2C9A1D943A43}" dt="2026-10-25T23:28:15.369" v="2567" actId="164"/>
          <ac:spMkLst>
            <pc:docMk/>
            <pc:sldMk cId="3533459138" sldId="326"/>
            <ac:spMk id="8" creationId="{A488DC0E-40DA-A467-FA27-E19ADA3B71B0}"/>
          </ac:spMkLst>
        </pc:spChg>
        <pc:grpChg chg="mod">
          <ac:chgData name="MacCormick, John" userId="872fc56c-f648-4c83-9a80-0bb9da7e00af" providerId="ADAL" clId="{16143B19-2DA7-4E21-BDF6-2C9A1D943A43}" dt="2026-10-25T23:27:35.584" v="2556"/>
          <ac:grpSpMkLst>
            <pc:docMk/>
            <pc:sldMk cId="3533459138" sldId="326"/>
            <ac:grpSpMk id="11" creationId="{A00D7512-3966-D152-A6C9-ED72499119A1}"/>
          </ac:grpSpMkLst>
        </pc:grpChg>
        <pc:grpChg chg="del mod">
          <ac:chgData name="MacCormick, John" userId="872fc56c-f648-4c83-9a80-0bb9da7e00af" providerId="ADAL" clId="{16143B19-2DA7-4E21-BDF6-2C9A1D943A43}" dt="2026-10-25T23:27:53.232" v="2564" actId="165"/>
          <ac:grpSpMkLst>
            <pc:docMk/>
            <pc:sldMk cId="3533459138" sldId="326"/>
            <ac:grpSpMk id="15" creationId="{BC52AD75-258E-BF80-8709-24F77D7F14BF}"/>
          </ac:grpSpMkLst>
        </pc:grpChg>
        <pc:grpChg chg="mod">
          <ac:chgData name="MacCormick, John" userId="872fc56c-f648-4c83-9a80-0bb9da7e00af" providerId="ADAL" clId="{16143B19-2DA7-4E21-BDF6-2C9A1D943A43}" dt="2026-10-25T23:28:15.369" v="2567" actId="164"/>
          <ac:grpSpMkLst>
            <pc:docMk/>
            <pc:sldMk cId="3533459138" sldId="326"/>
            <ac:grpSpMk id="18" creationId="{F8479827-EF3C-5B14-55D3-CA5D01275868}"/>
          </ac:grpSpMkLst>
        </pc:grpChg>
        <pc:grpChg chg="add mod">
          <ac:chgData name="MacCormick, John" userId="872fc56c-f648-4c83-9a80-0bb9da7e00af" providerId="ADAL" clId="{16143B19-2DA7-4E21-BDF6-2C9A1D943A43}" dt="2026-10-25T23:28:03.011" v="2565" actId="164"/>
          <ac:grpSpMkLst>
            <pc:docMk/>
            <pc:sldMk cId="3533459138" sldId="326"/>
            <ac:grpSpMk id="19" creationId="{10220D1A-4D39-2B8E-2686-48E7D529919A}"/>
          </ac:grpSpMkLst>
        </pc:grpChg>
        <pc:grpChg chg="add mod">
          <ac:chgData name="MacCormick, John" userId="872fc56c-f648-4c83-9a80-0bb9da7e00af" providerId="ADAL" clId="{16143B19-2DA7-4E21-BDF6-2C9A1D943A43}" dt="2026-10-25T23:28:09.700" v="2566" actId="164"/>
          <ac:grpSpMkLst>
            <pc:docMk/>
            <pc:sldMk cId="3533459138" sldId="326"/>
            <ac:grpSpMk id="20" creationId="{AA27AFDC-2B55-A759-E9EB-870DE234669D}"/>
          </ac:grpSpMkLst>
        </pc:grpChg>
        <pc:grpChg chg="add mod">
          <ac:chgData name="MacCormick, John" userId="872fc56c-f648-4c83-9a80-0bb9da7e00af" providerId="ADAL" clId="{16143B19-2DA7-4E21-BDF6-2C9A1D943A43}" dt="2026-10-25T23:28:15.369" v="2567" actId="164"/>
          <ac:grpSpMkLst>
            <pc:docMk/>
            <pc:sldMk cId="3533459138" sldId="326"/>
            <ac:grpSpMk id="21" creationId="{89F9927D-8AFC-4E44-2077-83C1D6B4EB55}"/>
          </ac:grpSpMkLst>
        </pc:grpChg>
        <pc:picChg chg="del">
          <ac:chgData name="MacCormick, John" userId="872fc56c-f648-4c83-9a80-0bb9da7e00af" providerId="ADAL" clId="{16143B19-2DA7-4E21-BDF6-2C9A1D943A43}" dt="2026-10-25T23:04:05.339" v="2327" actId="478"/>
          <ac:picMkLst>
            <pc:docMk/>
            <pc:sldMk cId="3533459138" sldId="326"/>
            <ac:picMk id="7" creationId="{E5700BAF-36B3-4B53-FA7D-0A6EA4F8DF76}"/>
          </ac:picMkLst>
        </pc:picChg>
        <pc:inkChg chg="add mod">
          <ac:chgData name="MacCormick, John" userId="872fc56c-f648-4c83-9a80-0bb9da7e00af" providerId="ADAL" clId="{16143B19-2DA7-4E21-BDF6-2C9A1D943A43}" dt="2026-10-25T23:28:03.011" v="2565" actId="164"/>
          <ac:inkMkLst>
            <pc:docMk/>
            <pc:sldMk cId="3533459138" sldId="326"/>
            <ac:inkMk id="9" creationId="{09448B36-767F-D82C-7630-D1652B38E8B8}"/>
          </ac:inkMkLst>
        </pc:inkChg>
        <pc:inkChg chg="add del mod">
          <ac:chgData name="MacCormick, John" userId="872fc56c-f648-4c83-9a80-0bb9da7e00af" providerId="ADAL" clId="{16143B19-2DA7-4E21-BDF6-2C9A1D943A43}" dt="2026-10-25T23:27:35.584" v="2556"/>
          <ac:inkMkLst>
            <pc:docMk/>
            <pc:sldMk cId="3533459138" sldId="326"/>
            <ac:inkMk id="10" creationId="{5B97F3CA-ED31-13F3-71D3-BCDA8479A588}"/>
          </ac:inkMkLst>
        </pc:inkChg>
        <pc:inkChg chg="add mod topLvl">
          <ac:chgData name="MacCormick, John" userId="872fc56c-f648-4c83-9a80-0bb9da7e00af" providerId="ADAL" clId="{16143B19-2DA7-4E21-BDF6-2C9A1D943A43}" dt="2026-10-25T23:28:03.011" v="2565" actId="164"/>
          <ac:inkMkLst>
            <pc:docMk/>
            <pc:sldMk cId="3533459138" sldId="326"/>
            <ac:inkMk id="12" creationId="{5532D2B7-7D86-B390-1F8F-C15A982BD8B4}"/>
          </ac:inkMkLst>
        </pc:inkChg>
        <pc:inkChg chg="add mod topLvl">
          <ac:chgData name="MacCormick, John" userId="872fc56c-f648-4c83-9a80-0bb9da7e00af" providerId="ADAL" clId="{16143B19-2DA7-4E21-BDF6-2C9A1D943A43}" dt="2026-10-25T23:28:09.700" v="2566" actId="164"/>
          <ac:inkMkLst>
            <pc:docMk/>
            <pc:sldMk cId="3533459138" sldId="326"/>
            <ac:inkMk id="13" creationId="{CFABFBA4-30E4-304C-8864-4271DC4FC3DC}"/>
          </ac:inkMkLst>
        </pc:inkChg>
        <pc:inkChg chg="add mod topLvl">
          <ac:chgData name="MacCormick, John" userId="872fc56c-f648-4c83-9a80-0bb9da7e00af" providerId="ADAL" clId="{16143B19-2DA7-4E21-BDF6-2C9A1D943A43}" dt="2026-10-25T23:28:09.700" v="2566" actId="164"/>
          <ac:inkMkLst>
            <pc:docMk/>
            <pc:sldMk cId="3533459138" sldId="326"/>
            <ac:inkMk id="14" creationId="{A02C56E0-06AC-22B6-1970-4F8189646B68}"/>
          </ac:inkMkLst>
        </pc:inkChg>
        <pc:inkChg chg="add mod">
          <ac:chgData name="MacCormick, John" userId="872fc56c-f648-4c83-9a80-0bb9da7e00af" providerId="ADAL" clId="{16143B19-2DA7-4E21-BDF6-2C9A1D943A43}" dt="2026-10-25T23:27:44.208" v="2563"/>
          <ac:inkMkLst>
            <pc:docMk/>
            <pc:sldMk cId="3533459138" sldId="326"/>
            <ac:inkMk id="16" creationId="{DE12774D-4792-DA78-E01E-B23877B9C92F}"/>
          </ac:inkMkLst>
        </pc:inkChg>
        <pc:inkChg chg="add mod">
          <ac:chgData name="MacCormick, John" userId="872fc56c-f648-4c83-9a80-0bb9da7e00af" providerId="ADAL" clId="{16143B19-2DA7-4E21-BDF6-2C9A1D943A43}" dt="2026-10-25T23:27:44.208" v="2563"/>
          <ac:inkMkLst>
            <pc:docMk/>
            <pc:sldMk cId="3533459138" sldId="326"/>
            <ac:inkMk id="17" creationId="{A8C69947-B114-6F82-36B6-A8979B98CCEB}"/>
          </ac:inkMkLst>
        </pc:inkChg>
      </pc:sldChg>
      <pc:sldChg chg="modSp new add del mod">
        <pc:chgData name="MacCormick, John" userId="872fc56c-f648-4c83-9a80-0bb9da7e00af" providerId="ADAL" clId="{16143B19-2DA7-4E21-BDF6-2C9A1D943A43}" dt="2026-10-25T23:32:48.092" v="2682" actId="1035"/>
        <pc:sldMkLst>
          <pc:docMk/>
          <pc:sldMk cId="4186850381" sldId="327"/>
        </pc:sldMkLst>
        <pc:spChg chg="mod">
          <ac:chgData name="MacCormick, John" userId="872fc56c-f648-4c83-9a80-0bb9da7e00af" providerId="ADAL" clId="{16143B19-2DA7-4E21-BDF6-2C9A1D943A43}" dt="2026-10-25T23:32:08.579" v="2672" actId="1035"/>
          <ac:spMkLst>
            <pc:docMk/>
            <pc:sldMk cId="4186850381" sldId="327"/>
            <ac:spMk id="2" creationId="{2731A610-69C2-4F51-C67B-B72D5000C261}"/>
          </ac:spMkLst>
        </pc:spChg>
        <pc:spChg chg="mod">
          <ac:chgData name="MacCormick, John" userId="872fc56c-f648-4c83-9a80-0bb9da7e00af" providerId="ADAL" clId="{16143B19-2DA7-4E21-BDF6-2C9A1D943A43}" dt="2026-10-25T23:32:48.092" v="2682" actId="1035"/>
          <ac:spMkLst>
            <pc:docMk/>
            <pc:sldMk cId="4186850381" sldId="327"/>
            <ac:spMk id="3" creationId="{17817020-643E-8178-E8C6-2B9EB5860AB5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23:27:31.3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3091 368 24575,'0'0'0,"-12"-9"0,-81-53-4710,-137-67 0,172 98 4578,-3 3 0,0 2 0,-1 3 0,-75-16 0,106 32 144,0 1 0,-1 2 0,0 2 0,0 0 0,0 2 0,1 2 0,-1 1 0,0 1 0,1 2 0,-55 16 0,37-2 699,1 2-1,1 2 1,0 2 0,2 2-1,2 2 1,-70 61-1,-212 240 4264,185-174-4974,-334 341 0,410-444 0,-2-4 0,-1-2 0,-134 70 0,77-47 0,104-58 0,1 1 0,1 1 0,0 0 0,-16 20 0,33-34-124,0 1 0,-1-1 0,1 1 0,0 0 0,0 0 0,0-1-1,0 1 1,0 0 0,1 0 0,-1 2 0,-1 7-6702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23:27:37.5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674 0 24575,'2'26'0,"-2"-10"0,-1-1 0,0 0 0,-1 0 0,-1 0 0,0-1 0,-1 1 0,-1 0 0,0-1 0,-1 0 0,-1-1 0,0 1 0,0-1 0,-2 0 0,-14 18 0,-15 11 0,-1-1 0,-69 57 0,53-50 0,1-1 0,2 4 0,-58 71 0,93-101 0,2 1 0,1 0 0,1 1 0,1 0 0,1 1 0,1 0 0,1 0 0,1 1 0,-9 46 0,10 3 0,3 0 0,8 95 0,0-17 0,-4-148 0,0 0 0,1 0 0,0 0 0,0 0 0,0 0 0,0 0 0,1-1 0,-1 1 0,1 0 0,0-1 0,0 1 0,0-1 0,1 0 0,-1 0 0,1 0 0,0 0 0,-1 0 0,1-1 0,1 1 0,-1-1 0,0 1 0,1-1 0,-1 0 0,8 2 0,8 4 0,1-1 0,0 0 0,32 5 0,-36-9 0,102 23 121,349 93-1607,-435-109-5340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23:27:39.9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0 284 24575,'21'-24'0,"3"-9"0,-16 21 0,1 0 0,0 1 0,0 0 0,2 1 0,-1 0 0,13-10 0,4 4 0,0 1 0,1 1 0,0 1 0,1 1 0,0 2 0,48-10 0,-2 5 0,114-6 0,-85 16 0,111 11 0,103 23 0,-203-17 0,170 15 0,216 24 0,-367-32 0,-1 6 0,-2 5 0,163 60 0,-95-16 0,174 59 0,-283-106 0,2-4 0,112 13 0,-162-31 0,1-3 0,0-1 0,0-2 0,0-2 0,-1-2 0,1-1 0,-1-3 0,-1-1 0,67-26 0,0-6 0,143-59 0,-234 93-273,-1-1 0,-1 0 0,0-1 0,20-17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23:27:41.0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569 41 24575,'0'0'0,"0"0"0,0 0 0,2-1 0,8-5 0,31-19 0,-38 23 0,-1 1 0,0 0 0,1 0 0,-1 0 0,1 1 0,-1-1 0,1 0 0,-1 1 0,1 0 0,-1-1 0,1 1 0,0 0 0,-1 1 0,1-1 0,2 1 0,-4-1 0,0 1 0,0-1 0,0 0 0,-1 1 0,1 0 0,0-1 0,0 1 0,0 0 0,-1-1 0,1 1 0,-1 0 0,1 0 0,0-1 0,-1 1 0,1 0 0,-1 0 0,0 0 0,1 0 0,-1 0 0,0 0 0,1 0 0,-1 0 0,0 0 0,0-1 0,0 1 0,0 0 0,0 0 0,0 0 0,0 0 0,0 0 0,0 0 0,0 0 0,-1 2 0,-13 33 0,-1-11 0,-1 0 0,-1-1 0,-1 0 0,-37 36 0,-93 75 0,-6-19 0,-10 8 0,156-116 0,0-1 0,1 1 0,-1 0 0,1 0 0,1 1 0,0 0 0,-6 11 0,9-15 0,1 1 0,0 0 0,0 0 0,0 0 0,1 0 0,0 0 0,0 0 0,1 1 0,-1-1 0,1 0 0,1 0 0,-1 1 0,3 11 0,3 3 0,1 1 0,1-1 0,0-1 0,23 39 0,57 72 0,-34-61 0,121 119 0,83 43 0,56 55 0,-285-256-273,-1 1 0,-2 0 0,-1 2 0,31 57 0,-33-45-6553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23:27:42.7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4712 1 24575,'-14'9'0,"-236"114"0,59-32 0,148-67 0,0 1 0,-50 41 0,-146 147 0,50-41 0,-411 295 0,505-404 0,-2-4 0,-3-5 0,-2-3 0,-2-6 0,-2-4 0,-2-4 0,-137 27 0,146-48 0,-1-4 0,0-4 0,0-5 0,-182-17 0,-398-93 0,496 72 0,85 18 0,-311-71 0,405 87 50,3 0-124,1 0-1,-1 1 1,1-1-1,-1 1 1,0-1-1,1 1 1,-1 0-1,0-1 1,0 1-1,1 0 1,-1 0-1,0 1 1,1-1-1,-1 0 1,0 0-1,1 1 1,-1-1-1,-2 2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5T23:27:43.5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471 1151 24575,'10'18'0,"-8"-13"0,-2-3 0,11 24 0,-11-17 0,-1-9 0,1 0 0,0 0 0,-1 0 0,1 0 0,-1 0 0,1 0 0,0 0 0,-1 0 0,1 0 0,-1-1 0,1 1 0,0 0 0,-1 0 0,1 0 0,0 0 0,-1-1 0,1 1 0,-1 0 0,1 0 0,0-1 0,0 1 0,-1 0 0,1 0 0,0-1 0,-1 0 0,-36-32 0,1-2 0,-49-62 0,-49-91 0,29 8 0,83 136 0,1-1 0,-16-56 0,36 98 0,0-1 0,0 1 0,0 0 0,0-1 0,0 1 0,1-1 0,0 1 0,0 0 0,0-1 0,0 1 0,0-1 0,1 1 0,0-1 0,-1 1 0,3-5 0,-1 5 0,0 0 0,0 0 0,1 0 0,-1 1 0,0-1 0,1 1 0,0 0 0,0 0 0,0 0 0,0 0 0,0 0 0,0 1 0,0-1 0,0 1 0,5-2 0,39-11 0,86-16 0,-70 18 0,446-111 342,-14-47-2049,-402 131-5119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B0FE50-75F5-453B-8755-86DC75CD0DDE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62E8DB-455B-40E1-BBFC-350BB43F0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520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  <a:prstGeom prst="rect">
            <a:avLst/>
          </a:prstGeom>
        </p:spPr>
        <p:txBody>
          <a:bodyPr/>
          <a:lstStyle/>
          <a:p>
            <a:fld id="{1C9DF942-9B88-47C7-A821-D71FF8422FEC}" type="datetime1">
              <a:rPr lang="en-US" smtClean="0"/>
              <a:t>10/25/2026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  <a:prstGeom prst="rect">
            <a:avLst/>
          </a:prstGeom>
        </p:spPr>
        <p:txBody>
          <a:bodyPr/>
          <a:lstStyle/>
          <a:p>
            <a:fld id="{B70B3740-7602-4E9E-A565-797C57F69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585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489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8CDE685-CC08-4C46-BE4E-ABAF6AAAE9C1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B70B3740-7602-4E9E-A565-797C57F69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38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  <a:prstGeom prst="rect">
            <a:avLst/>
          </a:prstGeom>
        </p:spPr>
        <p:txBody>
          <a:bodyPr/>
          <a:lstStyle/>
          <a:p>
            <a:fld id="{70A67DBE-D560-46A0-BF15-EF7AE212F7CA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4414" y="6371664"/>
            <a:ext cx="660653" cy="365125"/>
          </a:xfrm>
          <a:prstGeom prst="rect">
            <a:avLst/>
          </a:prstGeom>
        </p:spPr>
        <p:txBody>
          <a:bodyPr/>
          <a:lstStyle/>
          <a:p>
            <a:fld id="{B70B3740-7602-4E9E-A565-797C57F69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48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  <a:prstGeom prst="rect">
            <a:avLst/>
          </a:prstGeom>
        </p:spPr>
        <p:txBody>
          <a:bodyPr/>
          <a:lstStyle/>
          <a:p>
            <a:fld id="{7769FD57-3288-4D9A-B2D3-382713682F55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  <a:prstGeom prst="rect">
            <a:avLst/>
          </a:prstGeom>
        </p:spPr>
        <p:txBody>
          <a:bodyPr/>
          <a:lstStyle/>
          <a:p>
            <a:fld id="{B70B3740-7602-4E9E-A565-797C57F69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3972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85D96-A471-8BB5-43D3-DBCFCD4BF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1425" y="6343351"/>
            <a:ext cx="660653" cy="365125"/>
          </a:xfrm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fld id="{9901F729-692E-4FEE-8749-46FB4F65ED0A}" type="slidenum">
              <a:rPr lang="en-US" smtClean="0"/>
              <a:pPr/>
              <a:t>‹#›</a:t>
            </a:fld>
            <a:r>
              <a:rPr lang="en-US" dirty="0"/>
              <a:t>/25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0975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  <a:prstGeom prst="rect">
            <a:avLst/>
          </a:prstGeom>
        </p:spPr>
        <p:txBody>
          <a:bodyPr/>
          <a:lstStyle/>
          <a:p>
            <a:fld id="{7165D7DC-0DB4-4633-94DB-6FD6CFAFD13A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B70B3740-7602-4E9E-A565-797C57F69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6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/>
          <a:lstStyle/>
          <a:p>
            <a:fld id="{1F536250-BF3A-4DF8-9259-DB10E564E10F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4414" y="6371664"/>
            <a:ext cx="660653" cy="365125"/>
          </a:xfrm>
          <a:prstGeom prst="rect">
            <a:avLst/>
          </a:prstGeom>
        </p:spPr>
        <p:txBody>
          <a:bodyPr/>
          <a:lstStyle/>
          <a:p>
            <a:fld id="{B70B3740-7602-4E9E-A565-797C57F69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397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/>
          <a:lstStyle/>
          <a:p>
            <a:fld id="{818FFD85-33E0-437C-9423-425C0117B8C6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4414" y="6371664"/>
            <a:ext cx="660653" cy="365125"/>
          </a:xfrm>
          <a:prstGeom prst="rect">
            <a:avLst/>
          </a:prstGeom>
        </p:spPr>
        <p:txBody>
          <a:bodyPr/>
          <a:lstStyle/>
          <a:p>
            <a:fld id="{B70B3740-7602-4E9E-A565-797C57F69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665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  <a:prstGeom prst="rect">
            <a:avLst/>
          </a:prstGeom>
        </p:spPr>
        <p:txBody>
          <a:bodyPr/>
          <a:lstStyle/>
          <a:p>
            <a:fld id="{345898BD-FE42-437F-9826-98457867907A}" type="datetime1">
              <a:rPr lang="en-US" smtClean="0"/>
              <a:t>10/25/2026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B70B3740-7602-4E9E-A565-797C57F69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17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  <a:prstGeom prst="rect">
            <a:avLst/>
          </a:prstGeom>
        </p:spPr>
        <p:txBody>
          <a:bodyPr/>
          <a:lstStyle/>
          <a:p>
            <a:fld id="{494188D4-EC58-4F7C-94F4-A3381AAFA7DE}" type="datetime1">
              <a:rPr lang="en-US" smtClean="0"/>
              <a:t>10/25/2026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B70B3740-7602-4E9E-A565-797C57F69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0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  <a:prstGeom prst="rect">
            <a:avLst/>
          </a:prstGeom>
        </p:spPr>
        <p:txBody>
          <a:bodyPr/>
          <a:lstStyle/>
          <a:p>
            <a:fld id="{FF0C72EF-214B-49F9-952A-76AF76B0FFC8}" type="datetime1">
              <a:rPr lang="en-US" smtClean="0"/>
              <a:t>10/25/2026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  <a:prstGeom prst="rect">
            <a:avLst/>
          </a:prstGeom>
        </p:spPr>
        <p:txBody>
          <a:bodyPr/>
          <a:lstStyle/>
          <a:p>
            <a:fld id="{B70B3740-7602-4E9E-A565-797C57F6952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119614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  <a:prstGeom prst="rect">
            <a:avLst/>
          </a:prstGeom>
        </p:spPr>
        <p:txBody>
          <a:bodyPr/>
          <a:lstStyle/>
          <a:p>
            <a:fld id="{113F8313-92A4-4BEE-B447-E20E9F05D0D2}" type="datetime1">
              <a:rPr lang="en-US" smtClean="0"/>
              <a:t>10/25/2026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70B3740-7602-4E9E-A565-797C57F6952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114869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  <a:prstGeom prst="rect">
            <a:avLst/>
          </a:prstGeom>
        </p:spPr>
        <p:txBody>
          <a:bodyPr/>
          <a:lstStyle/>
          <a:p>
            <a:fld id="{347C9BDC-44B4-4515-84D1-DD73714A3FC2}" type="datetime1">
              <a:rPr lang="en-US" smtClean="0"/>
              <a:t>10/25/2026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B70B3740-7602-4E9E-A565-797C57F6952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10744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DFF8E7-3512-4F11-B748-933F62B0D137}" type="datetime1">
              <a:rPr lang="en-US" smtClean="0"/>
              <a:t>10/25/2026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B70B3740-7602-4E9E-A565-797C57F69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6712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/>
          <a:lstStyle/>
          <a:p>
            <a:fld id="{6D322438-0499-49F3-B99F-4BBD4CD04317}" type="datetime1">
              <a:rPr lang="en-US" smtClean="0"/>
              <a:t>10/25/2026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4414" y="6371664"/>
            <a:ext cx="660653" cy="365125"/>
          </a:xfrm>
          <a:prstGeom prst="rect">
            <a:avLst/>
          </a:prstGeom>
        </p:spPr>
        <p:txBody>
          <a:bodyPr/>
          <a:lstStyle/>
          <a:p>
            <a:fld id="{B70B3740-7602-4E9E-A565-797C57F69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929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prstGeom prst="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  <a:prstGeom prst="rect">
            <a:avLst/>
          </a:prstGeom>
        </p:spPr>
        <p:txBody>
          <a:bodyPr/>
          <a:lstStyle/>
          <a:p>
            <a:fld id="{15F6D4FC-EE41-4249-8690-A2F3184A8EC0}" type="datetime1">
              <a:rPr lang="en-US" smtClean="0"/>
              <a:t>10/25/2026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  <a:prstGeom prst="rect">
            <a:avLst/>
          </a:prstGeom>
        </p:spPr>
        <p:txBody>
          <a:bodyPr/>
          <a:lstStyle/>
          <a:p>
            <a:fld id="{B70B3740-7602-4E9E-A565-797C57F69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328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prstGeom prst="rect">
            <a:avLst/>
          </a:pr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/>
          <a:lstStyle/>
          <a:p>
            <a:fld id="{38DBE4AF-8D93-4CA2-A5BD-E5C80F39E051}" type="datetime1">
              <a:rPr lang="en-US" smtClean="0"/>
              <a:t>10/25/2026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4414" y="6371664"/>
            <a:ext cx="660653" cy="365125"/>
          </a:xfrm>
          <a:prstGeom prst="rect">
            <a:avLst/>
          </a:prstGeom>
        </p:spPr>
        <p:txBody>
          <a:bodyPr/>
          <a:lstStyle/>
          <a:p>
            <a:fld id="{B70B3740-7602-4E9E-A565-797C57F69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3582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97AC55-4593-4E7F-8FBC-422DE568BBA7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4414" y="6371664"/>
            <a:ext cx="66065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0B3740-7602-4E9E-A565-797C57F69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142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/>
          <a:lstStyle/>
          <a:p>
            <a:fld id="{C9A2F79A-19E2-49C7-A661-2D27EBCABB6D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4414" y="6371664"/>
            <a:ext cx="660653" cy="365125"/>
          </a:xfrm>
          <a:prstGeom prst="rect">
            <a:avLst/>
          </a:prstGeom>
        </p:spPr>
        <p:txBody>
          <a:bodyPr/>
          <a:lstStyle/>
          <a:p>
            <a:fld id="{B70B3740-7602-4E9E-A565-797C57F69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5539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/>
          <a:lstStyle/>
          <a:p>
            <a:fld id="{7906BA27-2F7A-4051-9061-5875F5144979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4414" y="6371664"/>
            <a:ext cx="660653" cy="365125"/>
          </a:xfrm>
          <a:prstGeom prst="rect">
            <a:avLst/>
          </a:prstGeom>
        </p:spPr>
        <p:txBody>
          <a:bodyPr/>
          <a:lstStyle/>
          <a:p>
            <a:fld id="{B70B3740-7602-4E9E-A565-797C57F69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265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/>
          <a:lstStyle/>
          <a:p>
            <a:fld id="{B628D561-6D19-44ED-A131-0F292E661F53}" type="datetime1">
              <a:rPr lang="en-US" smtClean="0"/>
              <a:t>10/25/2026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4414" y="6371664"/>
            <a:ext cx="660653" cy="365125"/>
          </a:xfrm>
          <a:prstGeom prst="rect">
            <a:avLst/>
          </a:prstGeom>
        </p:spPr>
        <p:txBody>
          <a:bodyPr/>
          <a:lstStyle/>
          <a:p>
            <a:fld id="{B70B3740-7602-4E9E-A565-797C57F69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670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/>
          <a:lstStyle/>
          <a:p>
            <a:fld id="{BCB3FDC7-3BF6-460B-AF14-743E3BD91574}" type="datetime1">
              <a:rPr lang="en-US" smtClean="0"/>
              <a:t>10/25/2026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4414" y="6371664"/>
            <a:ext cx="660653" cy="365125"/>
          </a:xfrm>
          <a:prstGeom prst="rect">
            <a:avLst/>
          </a:prstGeom>
        </p:spPr>
        <p:txBody>
          <a:bodyPr/>
          <a:lstStyle/>
          <a:p>
            <a:fld id="{B70B3740-7602-4E9E-A565-797C57F69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5724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/>
          <a:lstStyle/>
          <a:p>
            <a:fld id="{53952943-6044-41E0-AE6E-E9E4016F0DD3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4414" y="6371664"/>
            <a:ext cx="660653" cy="365125"/>
          </a:xfrm>
          <a:prstGeom prst="rect">
            <a:avLst/>
          </a:prstGeom>
        </p:spPr>
        <p:txBody>
          <a:bodyPr/>
          <a:lstStyle/>
          <a:p>
            <a:fld id="{B70B3740-7602-4E9E-A565-797C57F69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8689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35805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/>
          <a:lstStyle/>
          <a:p>
            <a:fld id="{69D0A1CB-192C-4DAB-9B19-3277FAA30007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4414" y="6371664"/>
            <a:ext cx="660653" cy="365125"/>
          </a:xfrm>
          <a:prstGeom prst="rect">
            <a:avLst/>
          </a:prstGeom>
        </p:spPr>
        <p:txBody>
          <a:bodyPr/>
          <a:lstStyle/>
          <a:p>
            <a:fld id="{B70B3740-7602-4E9E-A565-797C57F69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488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/>
          <a:lstStyle/>
          <a:p>
            <a:fld id="{780F2978-8A9D-4080-A17B-BA9DA577D627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4414" y="6371664"/>
            <a:ext cx="660653" cy="365125"/>
          </a:xfrm>
          <a:prstGeom prst="rect">
            <a:avLst/>
          </a:prstGeom>
        </p:spPr>
        <p:txBody>
          <a:bodyPr/>
          <a:lstStyle/>
          <a:p>
            <a:fld id="{B70B3740-7602-4E9E-A565-797C57F69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2620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850F3D-3A1A-AE24-D7D2-DAC865970EBE}"/>
              </a:ext>
            </a:extLst>
          </p:cNvPr>
          <p:cNvSpPr txBox="1"/>
          <p:nvPr userDrawn="1"/>
        </p:nvSpPr>
        <p:spPr>
          <a:xfrm>
            <a:off x="11480800" y="6480458"/>
            <a:ext cx="5774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A2281F6-0713-48C2-8742-781A7EC2D4EF}" type="slidenum">
              <a:rPr lang="en-US" sz="105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r>
              <a:rPr lang="en-US" sz="1050">
                <a:solidFill>
                  <a:schemeClr val="bg1">
                    <a:lumMod val="50000"/>
                  </a:schemeClr>
                </a:solidFill>
              </a:rPr>
              <a:t>/24</a:t>
            </a:r>
            <a:endParaRPr 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8903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  <p:sldLayoutId id="2147483708" r:id="rId19"/>
    <p:sldLayoutId id="2147483709" r:id="rId20"/>
    <p:sldLayoutId id="2147483710" r:id="rId21"/>
    <p:sldLayoutId id="2147483711" r:id="rId22"/>
    <p:sldLayoutId id="2147483712" r:id="rId23"/>
    <p:sldLayoutId id="2147483713" r:id="rId24"/>
    <p:sldLayoutId id="2147483714" r:id="rId25"/>
    <p:sldLayoutId id="2147483715" r:id="rId26"/>
    <p:sldLayoutId id="2147483716" r:id="rId27"/>
  </p:sldLayoutIdLs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A9CAA-6133-AE40-82F3-56B2019243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11462420" cy="3095149"/>
          </a:xfrm>
        </p:spPr>
        <p:txBody>
          <a:bodyPr>
            <a:normAutofit fontScale="90000"/>
          </a:bodyPr>
          <a:lstStyle/>
          <a:p>
            <a:r>
              <a:rPr lang="en-US" dirty="0"/>
              <a:t>MATH121 Elementary Statistics:</a:t>
            </a:r>
            <a:br>
              <a:rPr lang="en-US" dirty="0"/>
            </a:br>
            <a:r>
              <a:rPr lang="en-US" dirty="0"/>
              <a:t>mid-semester feedback, Fall 2026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0E9525-34C5-898E-A8B6-CDD8819DE3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3D7EF-B8B5-5810-50AC-B2E1680EE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3740-7602-4E9E-A565-797C57F6952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598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5618D-C9CE-0A54-1D2A-06D9A6C4D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Compared to other courses at Dickinson, this course requires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33DA416-D8B9-65E8-7C57-1A0F9A5DF4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6966" y="2192855"/>
            <a:ext cx="10829337" cy="330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224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41330-0CD6-9659-A466-BA77EB4A0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55CF3-2AAB-1C85-63E5-1A5B18462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the instructor explains a new concept during class, I feel that the pace of the explanation is usually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731C7A-B713-E20D-0160-BA047DC49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726" y="1953193"/>
            <a:ext cx="10790430" cy="379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487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9F33E-053A-AF5A-790C-BECC4B8ED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D0BC3-4187-3A68-F67C-9CB0F1BD7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you could change one thing about the course, what would it be?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14AD3-C8FC-F873-F08E-2909AA35E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/>
              <a:t>Practice exams: 6x</a:t>
            </a:r>
          </a:p>
          <a:p>
            <a:pPr lvl="0"/>
            <a:r>
              <a:rPr lang="en-US" sz="2400" dirty="0"/>
              <a:t>Less weight on exams: 3x</a:t>
            </a:r>
          </a:p>
          <a:p>
            <a:pPr lvl="0"/>
            <a:r>
              <a:rPr lang="en-US" sz="2400" dirty="0"/>
              <a:t>More time to practice in class: 2x</a:t>
            </a:r>
          </a:p>
          <a:p>
            <a:pPr lvl="0"/>
            <a:r>
              <a:rPr lang="en-US" sz="2400" dirty="0"/>
              <a:t>Minitab issues:</a:t>
            </a:r>
          </a:p>
          <a:p>
            <a:pPr lvl="1"/>
            <a:r>
              <a:rPr lang="en-US" sz="2400" dirty="0"/>
              <a:t>Homework is time-consuming: 1x</a:t>
            </a:r>
          </a:p>
          <a:p>
            <a:pPr lvl="1"/>
            <a:r>
              <a:rPr lang="en-US" sz="2400" dirty="0"/>
              <a:t>Doesn't work well on my computer: 1x</a:t>
            </a:r>
          </a:p>
          <a:p>
            <a:pPr lvl="1"/>
            <a:r>
              <a:rPr lang="en-US" sz="2400" dirty="0"/>
              <a:t>“Make homework Minitab free” 1x</a:t>
            </a:r>
          </a:p>
          <a:p>
            <a:pPr lvl="0"/>
            <a:r>
              <a:rPr lang="en-US" sz="2400" dirty="0"/>
              <a:t>Office hours don't fit: 1x</a:t>
            </a:r>
          </a:p>
          <a:p>
            <a:endParaRPr lang="en-US" sz="24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0220D1A-4D39-2B8E-2686-48E7D529919A}"/>
              </a:ext>
            </a:extLst>
          </p:cNvPr>
          <p:cNvGrpSpPr/>
          <p:nvPr/>
        </p:nvGrpSpPr>
        <p:grpSpPr>
          <a:xfrm>
            <a:off x="3784187" y="1121389"/>
            <a:ext cx="6117802" cy="1146080"/>
            <a:chOff x="3784187" y="1121389"/>
            <a:chExt cx="6117802" cy="114608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5532327-7F0A-50E5-3F23-E0AE78A882CB}"/>
                </a:ext>
              </a:extLst>
            </p:cNvPr>
            <p:cNvSpPr txBox="1"/>
            <p:nvPr/>
          </p:nvSpPr>
          <p:spPr>
            <a:xfrm>
              <a:off x="5149516" y="1121389"/>
              <a:ext cx="475247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006600"/>
                  </a:solidFill>
                </a:rPr>
                <a:t>OK, I will provide more practice problems/exams</a:t>
              </a:r>
            </a:p>
          </p:txBody>
        </p:sp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9448B36-767F-D82C-7630-D1652B38E8B8}"/>
                    </a:ext>
                  </a:extLst>
                </p14:cNvPr>
                <p14:cNvContentPartPr/>
                <p14:nvPr/>
              </p14:nvContentPartPr>
              <p14:xfrm>
                <a:off x="3846107" y="1339029"/>
                <a:ext cx="1113120" cy="6228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9448B36-767F-D82C-7630-D1652B38E8B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837107" y="1330029"/>
                  <a:ext cx="1130760" cy="64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532D2B7-7D86-B390-1F8F-C15A982BD8B4}"/>
                    </a:ext>
                  </a:extLst>
                </p14:cNvPr>
                <p14:cNvContentPartPr/>
                <p14:nvPr/>
              </p14:nvContentPartPr>
              <p14:xfrm>
                <a:off x="3784187" y="1644669"/>
                <a:ext cx="292680" cy="622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532D2B7-7D86-B390-1F8F-C15A982BD8B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775187" y="1635669"/>
                  <a:ext cx="310320" cy="64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A27AFDC-2B55-A759-E9EB-870DE234669D}"/>
              </a:ext>
            </a:extLst>
          </p:cNvPr>
          <p:cNvGrpSpPr/>
          <p:nvPr/>
        </p:nvGrpSpPr>
        <p:grpSpPr>
          <a:xfrm>
            <a:off x="4933307" y="2268909"/>
            <a:ext cx="6941860" cy="1414422"/>
            <a:chOff x="4933307" y="2268909"/>
            <a:chExt cx="6941860" cy="141442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1AF4BF0-0675-A128-4F83-79234B959D03}"/>
                </a:ext>
              </a:extLst>
            </p:cNvPr>
            <p:cNvSpPr txBox="1"/>
            <p:nvPr/>
          </p:nvSpPr>
          <p:spPr>
            <a:xfrm>
              <a:off x="6803856" y="2298336"/>
              <a:ext cx="5071311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006600"/>
                  </a:solidFill>
                </a:rPr>
                <a:t>OK, optional change to homework weight 20% from 10% -- see updated syllabus</a:t>
              </a:r>
            </a:p>
          </p:txBody>
        </p:sp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FABFBA4-30E4-304C-8864-4271DC4FC3DC}"/>
                    </a:ext>
                  </a:extLst>
                </p14:cNvPr>
                <p14:cNvContentPartPr/>
                <p14:nvPr/>
              </p14:nvContentPartPr>
              <p14:xfrm>
                <a:off x="4957067" y="2508309"/>
                <a:ext cx="1716840" cy="212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FABFBA4-30E4-304C-8864-4271DC4FC3D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948067" y="2499309"/>
                  <a:ext cx="17344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02C56E0-06AC-22B6-1970-4F8189646B68}"/>
                    </a:ext>
                  </a:extLst>
                </p14:cNvPr>
                <p14:cNvContentPartPr/>
                <p14:nvPr/>
              </p14:nvContentPartPr>
              <p14:xfrm>
                <a:off x="4933307" y="2268909"/>
                <a:ext cx="410400" cy="753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02C56E0-06AC-22B6-1970-4F8189646B6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24307" y="2259909"/>
                  <a:ext cx="428040" cy="77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9F9927D-8AFC-4E44-2077-83C1D6B4EB55}"/>
              </a:ext>
            </a:extLst>
          </p:cNvPr>
          <p:cNvGrpSpPr/>
          <p:nvPr/>
        </p:nvGrpSpPr>
        <p:grpSpPr>
          <a:xfrm>
            <a:off x="4344707" y="5040822"/>
            <a:ext cx="8163882" cy="1569660"/>
            <a:chOff x="4344707" y="5040822"/>
            <a:chExt cx="8163882" cy="156966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488DC0E-40DA-A467-FA27-E19ADA3B71B0}"/>
                </a:ext>
              </a:extLst>
            </p:cNvPr>
            <p:cNvSpPr txBox="1"/>
            <p:nvPr/>
          </p:nvSpPr>
          <p:spPr>
            <a:xfrm>
              <a:off x="6411064" y="5040822"/>
              <a:ext cx="609752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6600"/>
                  </a:solidFill>
                </a:rPr>
                <a:t>Try Tuesday 8am office hour and QR center Tuesdays 7:30 PM-9:00 PM &amp;</a:t>
              </a:r>
            </a:p>
            <a:p>
              <a:r>
                <a:rPr lang="en-US" sz="2400" dirty="0">
                  <a:solidFill>
                    <a:srgbClr val="006600"/>
                  </a:solidFill>
                </a:rPr>
                <a:t>Thursdays 9:00 PM-10:30 PM</a:t>
              </a:r>
            </a:p>
            <a:p>
              <a:endParaRPr lang="en-US" sz="2400" dirty="0">
                <a:solidFill>
                  <a:srgbClr val="006600"/>
                </a:solidFill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8479827-EF3C-5B14-55D3-CA5D01275868}"/>
                </a:ext>
              </a:extLst>
            </p:cNvPr>
            <p:cNvGrpSpPr/>
            <p:nvPr/>
          </p:nvGrpSpPr>
          <p:grpSpPr>
            <a:xfrm>
              <a:off x="4344707" y="5474709"/>
              <a:ext cx="1969560" cy="759240"/>
              <a:chOff x="4344707" y="5474709"/>
              <a:chExt cx="1969560" cy="75924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0">
                <p14:nvContentPartPr>
                  <p14:cNvPr id="16" name="Ink 15">
                    <a:extLst>
                      <a:ext uri="{FF2B5EF4-FFF2-40B4-BE49-F238E27FC236}">
                        <a16:creationId xmlns:a16="http://schemas.microsoft.com/office/drawing/2014/main" id="{DE12774D-4792-DA78-E01E-B23877B9C92F}"/>
                      </a:ext>
                    </a:extLst>
                  </p14:cNvPr>
                  <p14:cNvContentPartPr/>
                  <p14:nvPr/>
                </p14:nvContentPartPr>
                <p14:xfrm>
                  <a:off x="4617587" y="5474709"/>
                  <a:ext cx="1696680" cy="591840"/>
                </p14:xfrm>
              </p:contentPart>
            </mc:Choice>
            <mc:Fallback>
              <p:pic>
                <p:nvPicPr>
                  <p:cNvPr id="16" name="Ink 15">
                    <a:extLst>
                      <a:ext uri="{FF2B5EF4-FFF2-40B4-BE49-F238E27FC236}">
                        <a16:creationId xmlns:a16="http://schemas.microsoft.com/office/drawing/2014/main" id="{DE12774D-4792-DA78-E01E-B23877B9C92F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4608587" y="5466069"/>
                    <a:ext cx="1714320" cy="609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2">
                <p14:nvContentPartPr>
                  <p14:cNvPr id="17" name="Ink 16">
                    <a:extLst>
                      <a:ext uri="{FF2B5EF4-FFF2-40B4-BE49-F238E27FC236}">
                        <a16:creationId xmlns:a16="http://schemas.microsoft.com/office/drawing/2014/main" id="{A8C69947-B114-6F82-36B6-A8979B98CCEB}"/>
                      </a:ext>
                    </a:extLst>
                  </p14:cNvPr>
                  <p14:cNvContentPartPr/>
                  <p14:nvPr/>
                </p14:nvContentPartPr>
                <p14:xfrm>
                  <a:off x="4344707" y="5797989"/>
                  <a:ext cx="501840" cy="435960"/>
                </p14:xfrm>
              </p:contentPart>
            </mc:Choice>
            <mc:Fallback>
              <p:pic>
                <p:nvPicPr>
                  <p:cNvPr id="17" name="Ink 16">
                    <a:extLst>
                      <a:ext uri="{FF2B5EF4-FFF2-40B4-BE49-F238E27FC236}">
                        <a16:creationId xmlns:a16="http://schemas.microsoft.com/office/drawing/2014/main" id="{A8C69947-B114-6F82-36B6-A8979B98CCEB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4336067" y="5788989"/>
                    <a:ext cx="519480" cy="45360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533459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1A610-69C2-4F51-C67B-B72D5000C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98078"/>
            <a:ext cx="10963655" cy="972373"/>
          </a:xfrm>
        </p:spPr>
        <p:txBody>
          <a:bodyPr/>
          <a:lstStyle/>
          <a:p>
            <a:r>
              <a:rPr lang="en-US" dirty="0"/>
              <a:t>What do you like most about the course so far?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17020-643E-8178-E8C6-2B9EB5860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800" dirty="0"/>
              <a:t>Content: interesting; real-world applications: 4x</a:t>
            </a:r>
          </a:p>
          <a:p>
            <a:pPr lvl="0"/>
            <a:r>
              <a:rPr lang="en-US" sz="2800" dirty="0"/>
              <a:t>Homework: 2x</a:t>
            </a:r>
          </a:p>
          <a:p>
            <a:pPr lvl="0"/>
            <a:r>
              <a:rPr lang="en-US" sz="2800" dirty="0"/>
              <a:t>Clear schedule: 2x</a:t>
            </a:r>
          </a:p>
          <a:p>
            <a:pPr lvl="0"/>
            <a:r>
              <a:rPr lang="en-US" sz="2800" dirty="0"/>
              <a:t>Good explanations: 2x</a:t>
            </a:r>
          </a:p>
          <a:p>
            <a:pPr lvl="0"/>
            <a:r>
              <a:rPr lang="en-US" sz="2800" dirty="0"/>
              <a:t>In-class practice: 2x</a:t>
            </a:r>
          </a:p>
          <a:p>
            <a:pPr lvl="0"/>
            <a:r>
              <a:rPr lang="en-US" sz="2800" dirty="0"/>
              <a:t>Text book &amp; its direct connection to class 2x</a:t>
            </a:r>
          </a:p>
          <a:p>
            <a:pPr lvl="0"/>
            <a:r>
              <a:rPr lang="en-US" sz="2800" dirty="0"/>
              <a:t>Great semester so far: 2x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86850381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556</TotalTime>
  <Words>195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Aptos</vt:lpstr>
      <vt:lpstr>Arial</vt:lpstr>
      <vt:lpstr>Helena</vt:lpstr>
      <vt:lpstr>MATH121 Elementary Statistics: mid-semester feedback, Fall 2026</vt:lpstr>
      <vt:lpstr>Compared to other courses at Dickinson, this course requires</vt:lpstr>
      <vt:lpstr>When the instructor explains a new concept during class, I feel that the pace of the explanation is usually</vt:lpstr>
      <vt:lpstr>If you could change one thing about the course, what would it be?</vt:lpstr>
      <vt:lpstr>What do you like most about the course so far?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MacCormick, John</cp:lastModifiedBy>
  <cp:revision>1</cp:revision>
  <dcterms:created xsi:type="dcterms:W3CDTF">2026-09-29T13:56:48Z</dcterms:created>
  <dcterms:modified xsi:type="dcterms:W3CDTF">2026-10-25T23:33:17Z</dcterms:modified>
</cp:coreProperties>
</file>